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74" r:id="rId5"/>
    <p:sldId id="275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6" r:id="rId16"/>
    <p:sldId id="277" r:id="rId17"/>
    <p:sldId id="278" r:id="rId18"/>
    <p:sldId id="279" r:id="rId19"/>
    <p:sldId id="281" r:id="rId20"/>
    <p:sldId id="282" r:id="rId21"/>
    <p:sldId id="286" r:id="rId22"/>
    <p:sldId id="283" r:id="rId23"/>
    <p:sldId id="280" r:id="rId24"/>
    <p:sldId id="28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27/5/2026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072984" cy="2588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8201050" cy="3984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3709"/>
            <a:ext cx="8122725" cy="1329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48" y="1932196"/>
            <a:ext cx="8632172" cy="469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 descr="Sample file overview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92896"/>
            <a:ext cx="4023566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05" y="2492896"/>
            <a:ext cx="9021695" cy="426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63" y="5922573"/>
            <a:ext cx="6528577" cy="530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4" name="Elbow Connector 23"/>
          <p:cNvCxnSpPr/>
          <p:nvPr/>
        </p:nvCxnSpPr>
        <p:spPr>
          <a:xfrm rot="5400000">
            <a:off x="-643056" y="4664361"/>
            <a:ext cx="3046791" cy="1"/>
          </a:xfrm>
          <a:prstGeom prst="bentConnector3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1259632" y="5661248"/>
            <a:ext cx="1080120" cy="36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268" y="30561"/>
            <a:ext cx="6323767" cy="2462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60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57350"/>
            <a:ext cx="7299226" cy="274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91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5734"/>
            <a:ext cx="8751786" cy="3887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4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ireshark Packet Details Pane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4624"/>
            <a:ext cx="6576078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661248"/>
            <a:ext cx="8748464" cy="666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4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2" y="1556792"/>
            <a:ext cx="7164387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50" y="197216"/>
            <a:ext cx="8208912" cy="875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4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91" y="1556792"/>
            <a:ext cx="7878763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58" y="332656"/>
            <a:ext cx="8064896" cy="84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49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2362919"/>
            <a:ext cx="7783513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30" y="188640"/>
            <a:ext cx="8568952" cy="141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30" y="1777386"/>
            <a:ext cx="8643193" cy="571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49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021"/>
            <a:ext cx="7783513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4310"/>
            <a:ext cx="8691017" cy="1682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49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838325"/>
            <a:ext cx="5688013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49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13" y="2093937"/>
            <a:ext cx="6707187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628" y="404664"/>
            <a:ext cx="6640513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49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789040"/>
            <a:ext cx="8661131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14" y="521161"/>
            <a:ext cx="8023126" cy="2835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49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0" y="3499141"/>
            <a:ext cx="8794055" cy="151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4" y="1080542"/>
            <a:ext cx="8973565" cy="1772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39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" y="3607271"/>
            <a:ext cx="8897937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" y="404665"/>
            <a:ext cx="8959285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39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15"/>
          <a:stretch/>
        </p:blipFill>
        <p:spPr bwMode="auto">
          <a:xfrm>
            <a:off x="827584" y="3162314"/>
            <a:ext cx="7573963" cy="355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6632"/>
            <a:ext cx="7363048" cy="3014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39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50"/>
          <a:stretch/>
        </p:blipFill>
        <p:spPr bwMode="auto">
          <a:xfrm>
            <a:off x="772169" y="3572903"/>
            <a:ext cx="7688263" cy="316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6632"/>
            <a:ext cx="6620495" cy="3318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39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838"/>
          <a:stretch/>
        </p:blipFill>
        <p:spPr bwMode="auto">
          <a:xfrm>
            <a:off x="912813" y="3641981"/>
            <a:ext cx="7316787" cy="309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8640"/>
            <a:ext cx="6855263" cy="3427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625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38"/>
          <a:stretch/>
        </p:blipFill>
        <p:spPr bwMode="auto">
          <a:xfrm>
            <a:off x="971600" y="3284984"/>
            <a:ext cx="7261812" cy="350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6632"/>
            <a:ext cx="8167712" cy="3085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625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76672"/>
            <a:ext cx="6501091" cy="2457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488577"/>
            <a:ext cx="6712805" cy="2350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0818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7631113" cy="385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228649"/>
            <a:ext cx="5391781" cy="2484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625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9738"/>
            <a:ext cx="8254157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4437112"/>
            <a:ext cx="5265867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39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99" y="2852936"/>
            <a:ext cx="7621587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13" y="487066"/>
            <a:ext cx="8626557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210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0</Words>
  <Application>Microsoft Office PowerPoint</Application>
  <PresentationFormat>On-screen Show (4:3)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30</cp:revision>
  <dcterms:created xsi:type="dcterms:W3CDTF">2026-04-20T09:23:48Z</dcterms:created>
  <dcterms:modified xsi:type="dcterms:W3CDTF">2026-05-27T06:18:17Z</dcterms:modified>
</cp:coreProperties>
</file>