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2057400"/>
            <a:ext cx="7107237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1643063"/>
            <a:ext cx="7173913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88640"/>
            <a:ext cx="6346850" cy="2621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994" y="3017339"/>
            <a:ext cx="5442522" cy="3342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8640"/>
            <a:ext cx="5092214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349" y="4509120"/>
            <a:ext cx="5868987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4624"/>
            <a:ext cx="5030296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50" y="3284984"/>
            <a:ext cx="6509835" cy="346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77" y="188640"/>
            <a:ext cx="7145337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25" y="3861048"/>
            <a:ext cx="6926263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16632"/>
            <a:ext cx="4670997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" y="4048305"/>
            <a:ext cx="8383587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16632"/>
            <a:ext cx="6163519" cy="285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212975"/>
            <a:ext cx="4608512" cy="352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33"/>
            <a:ext cx="5372171" cy="2973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764704"/>
            <a:ext cx="3678671" cy="1069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140968"/>
            <a:ext cx="7078957" cy="356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522288"/>
            <a:ext cx="5916613" cy="581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92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13" y="919163"/>
            <a:ext cx="7240587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032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34</cp:revision>
  <dcterms:created xsi:type="dcterms:W3CDTF">2026-04-20T09:23:48Z</dcterms:created>
  <dcterms:modified xsi:type="dcterms:W3CDTF">2026-05-27T08:20:12Z</dcterms:modified>
</cp:coreProperties>
</file>