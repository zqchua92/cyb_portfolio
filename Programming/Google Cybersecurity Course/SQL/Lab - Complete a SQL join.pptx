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3" r:id="rId5"/>
    <p:sldId id="264" r:id="rId6"/>
    <p:sldId id="265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30/4/2026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69863"/>
            <a:ext cx="5916613" cy="651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1304925"/>
            <a:ext cx="5954713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322263"/>
            <a:ext cx="5897563" cy="621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1381125"/>
            <a:ext cx="6069013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88640"/>
            <a:ext cx="8928992" cy="436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097" y="4725144"/>
            <a:ext cx="5105400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8939976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3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7"/>
            <a:ext cx="9048034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3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892252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176" y="5157192"/>
            <a:ext cx="366795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35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18</cp:revision>
  <dcterms:created xsi:type="dcterms:W3CDTF">2026-04-20T09:23:48Z</dcterms:created>
  <dcterms:modified xsi:type="dcterms:W3CDTF">2026-04-30T09:03:48Z</dcterms:modified>
</cp:coreProperties>
</file>