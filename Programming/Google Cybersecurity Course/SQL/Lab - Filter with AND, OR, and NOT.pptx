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3" r:id="rId5"/>
    <p:sldId id="265" r:id="rId6"/>
    <p:sldId id="267" r:id="rId7"/>
    <p:sldId id="268" r:id="rId8"/>
    <p:sldId id="269" r:id="rId9"/>
    <p:sldId id="270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60648"/>
            <a:ext cx="4372076" cy="647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38" y="1843088"/>
            <a:ext cx="5926137" cy="317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3" y="346075"/>
            <a:ext cx="6021387" cy="616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2" y="1052736"/>
            <a:ext cx="8986399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66800"/>
            <a:ext cx="5334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4" y="297197"/>
            <a:ext cx="8888738" cy="4364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7"/>
          <a:stretch/>
        </p:blipFill>
        <p:spPr bwMode="auto">
          <a:xfrm>
            <a:off x="3674680" y="4869160"/>
            <a:ext cx="5334000" cy="157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052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614590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869160"/>
            <a:ext cx="47910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569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88640"/>
            <a:ext cx="3740847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597" y="5229200"/>
            <a:ext cx="4071764" cy="163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22" y="1484784"/>
            <a:ext cx="456247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5694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953" y="160339"/>
            <a:ext cx="4085356" cy="499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" y="1412776"/>
            <a:ext cx="5013371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157192"/>
            <a:ext cx="515302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569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79117"/>
            <a:ext cx="8837752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5694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19</cp:revision>
  <dcterms:created xsi:type="dcterms:W3CDTF">2026-04-20T09:23:48Z</dcterms:created>
  <dcterms:modified xsi:type="dcterms:W3CDTF">2026-04-28T18:07:26Z</dcterms:modified>
</cp:coreProperties>
</file>