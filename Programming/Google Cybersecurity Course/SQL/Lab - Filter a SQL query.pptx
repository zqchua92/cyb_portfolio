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431800"/>
            <a:ext cx="5973763" cy="599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938338"/>
            <a:ext cx="5916613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203200"/>
            <a:ext cx="5964237" cy="645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052736"/>
            <a:ext cx="8818603" cy="444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6" y="404663"/>
            <a:ext cx="9043516" cy="4464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564" y="4869158"/>
            <a:ext cx="4895850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5" y="1403612"/>
            <a:ext cx="9010341" cy="395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8977985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5496" y="1340768"/>
            <a:ext cx="8964488" cy="3616117"/>
            <a:chOff x="35496" y="1340768"/>
            <a:chExt cx="8964488" cy="3616117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96" y="1628800"/>
              <a:ext cx="8964488" cy="33280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35496" y="1340768"/>
              <a:ext cx="5472608" cy="2592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93018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20"/>
            <a:ext cx="8798287" cy="4548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18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14</cp:revision>
  <dcterms:created xsi:type="dcterms:W3CDTF">2026-04-20T09:23:48Z</dcterms:created>
  <dcterms:modified xsi:type="dcterms:W3CDTF">2026-04-27T10:29:00Z</dcterms:modified>
</cp:coreProperties>
</file>