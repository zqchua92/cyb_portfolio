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863" y="36513"/>
            <a:ext cx="6516687" cy="678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1042988"/>
            <a:ext cx="6526213" cy="477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93663"/>
            <a:ext cx="6621463" cy="666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16632"/>
            <a:ext cx="4951015" cy="6552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1138238"/>
            <a:ext cx="5248275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31750"/>
            <a:ext cx="5381625" cy="679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88639"/>
            <a:ext cx="4536504" cy="6450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6872"/>
            <a:ext cx="9126430" cy="1991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0188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268760"/>
            <a:ext cx="8834340" cy="3703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0188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9" y="1033570"/>
            <a:ext cx="9090436" cy="4699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0188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11</cp:revision>
  <dcterms:created xsi:type="dcterms:W3CDTF">2026-04-20T09:23:48Z</dcterms:created>
  <dcterms:modified xsi:type="dcterms:W3CDTF">2026-04-27T08:51:44Z</dcterms:modified>
</cp:coreProperties>
</file>