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0" r:id="rId3"/>
    <p:sldId id="262" r:id="rId4"/>
    <p:sldId id="263" r:id="rId5"/>
    <p:sldId id="264" r:id="rId6"/>
    <p:sldId id="265" r:id="rId7"/>
    <p:sldId id="267" r:id="rId8"/>
    <p:sldId id="268" r:id="rId9"/>
    <p:sldId id="269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73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28/4/2026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771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28/4/2026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196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28/4/2026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104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28/4/2026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85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28/4/2026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747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28/4/2026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961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28/4/2026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960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28/4/2026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666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28/4/2026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7422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28/4/2026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771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28/4/2026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007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C4481-DCA8-45EC-B0C8-57E4A9636BD8}" type="datetimeFigureOut">
              <a:rPr lang="en-SG" smtClean="0"/>
              <a:t>28/4/2026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489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463" y="122238"/>
            <a:ext cx="6059487" cy="661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238" y="1057275"/>
            <a:ext cx="5849937" cy="474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088" y="555625"/>
            <a:ext cx="5964237" cy="5745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15" y="1124744"/>
            <a:ext cx="8841837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6712"/>
            <a:ext cx="8861933" cy="432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908720"/>
            <a:ext cx="8935834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628800"/>
            <a:ext cx="9066461" cy="3545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2052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2" y="1506202"/>
            <a:ext cx="9119337" cy="3443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2052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130" y="1412776"/>
            <a:ext cx="8787870" cy="3353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2052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556792"/>
            <a:ext cx="8833389" cy="3504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0188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0</Words>
  <Application>Microsoft Office PowerPoint</Application>
  <PresentationFormat>On-screen Show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ZhiQian Chua</dc:creator>
  <cp:lastModifiedBy>ZhiQian Chua</cp:lastModifiedBy>
  <cp:revision>16</cp:revision>
  <dcterms:created xsi:type="dcterms:W3CDTF">2026-04-20T09:23:48Z</dcterms:created>
  <dcterms:modified xsi:type="dcterms:W3CDTF">2026-04-27T17:28:56Z</dcterms:modified>
</cp:coreProperties>
</file>