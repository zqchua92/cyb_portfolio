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67712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196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1045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8573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47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1961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9602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666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77422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67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0079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C4481-DCA8-45EC-B0C8-57E4A9636BD8}" type="datetimeFigureOut">
              <a:rPr lang="en-SG" smtClean="0"/>
              <a:t>4/6/2026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55B71B-0FDA-42B9-B230-2EC00DBC5D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8489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188640"/>
            <a:ext cx="8477260" cy="166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2098028"/>
            <a:ext cx="8477260" cy="1186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6" y="3645024"/>
            <a:ext cx="8477260" cy="30920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116632"/>
            <a:ext cx="8477260" cy="36182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3821778"/>
            <a:ext cx="7344816" cy="2979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555625"/>
            <a:ext cx="8477260" cy="3305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4" y="908720"/>
            <a:ext cx="8477261" cy="4499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7172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4" y="116632"/>
            <a:ext cx="8477262" cy="3229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3559900"/>
            <a:ext cx="8188905" cy="3298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182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4" y="-9055"/>
            <a:ext cx="8477261" cy="351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5" y="3638602"/>
            <a:ext cx="7756858" cy="3174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18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34" y="1924573"/>
            <a:ext cx="8477261" cy="3585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4182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ZhiQian Chua</dc:creator>
  <cp:lastModifiedBy>ZhiQian Chua</cp:lastModifiedBy>
  <cp:revision>28</cp:revision>
  <dcterms:created xsi:type="dcterms:W3CDTF">2026-04-20T09:23:48Z</dcterms:created>
  <dcterms:modified xsi:type="dcterms:W3CDTF">2026-06-03T16:37:46Z</dcterms:modified>
</cp:coreProperties>
</file>