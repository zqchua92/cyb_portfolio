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5/6/2026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60648"/>
            <a:ext cx="8928992" cy="2303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708920"/>
            <a:ext cx="8928992" cy="100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379" y="3920756"/>
            <a:ext cx="6037727" cy="284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84" y="260646"/>
            <a:ext cx="8314707" cy="3096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645024"/>
            <a:ext cx="8294655" cy="2952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3777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831137" cy="3977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25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600080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25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" y="17463"/>
            <a:ext cx="8983663" cy="682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25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222250"/>
            <a:ext cx="8050213" cy="6411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25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3" y="217488"/>
            <a:ext cx="9031287" cy="642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5257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31</cp:revision>
  <dcterms:created xsi:type="dcterms:W3CDTF">2026-04-20T09:23:48Z</dcterms:created>
  <dcterms:modified xsi:type="dcterms:W3CDTF">2026-06-05T10:58:33Z</dcterms:modified>
</cp:coreProperties>
</file>