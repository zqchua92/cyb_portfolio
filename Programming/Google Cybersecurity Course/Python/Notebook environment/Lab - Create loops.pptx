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8568952" cy="1165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88840"/>
            <a:ext cx="8568952" cy="79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3068960"/>
            <a:ext cx="8568952" cy="2534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7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41370"/>
            <a:ext cx="8531999" cy="397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421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80728"/>
            <a:ext cx="8665502" cy="4568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421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80728"/>
            <a:ext cx="8620645" cy="377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421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36712"/>
            <a:ext cx="8770405" cy="529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421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764704"/>
            <a:ext cx="8968726" cy="5070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421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747" y="116632"/>
            <a:ext cx="6912248" cy="654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421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60647"/>
            <a:ext cx="6696744" cy="6396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920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33</cp:revision>
  <dcterms:created xsi:type="dcterms:W3CDTF">2026-04-20T09:23:48Z</dcterms:created>
  <dcterms:modified xsi:type="dcterms:W3CDTF">2026-06-04T09:10:28Z</dcterms:modified>
</cp:coreProperties>
</file>