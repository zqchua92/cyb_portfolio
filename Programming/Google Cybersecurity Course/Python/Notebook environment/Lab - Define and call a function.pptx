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399704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399704" cy="80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84984"/>
            <a:ext cx="7272808" cy="3473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6632"/>
            <a:ext cx="5485703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24944"/>
            <a:ext cx="8391922" cy="352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1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37" y="1484784"/>
            <a:ext cx="8262054" cy="327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1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8927197" cy="5701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1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07950"/>
            <a:ext cx="8783637" cy="664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1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3" y="211829"/>
            <a:ext cx="9033859" cy="616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1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33</cp:revision>
  <dcterms:created xsi:type="dcterms:W3CDTF">2026-04-20T09:23:48Z</dcterms:created>
  <dcterms:modified xsi:type="dcterms:W3CDTF">2026-06-05T06:08:53Z</dcterms:modified>
</cp:coreProperties>
</file>