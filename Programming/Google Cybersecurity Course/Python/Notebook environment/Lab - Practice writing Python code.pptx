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2/6/2026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8353251" cy="185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2492896"/>
            <a:ext cx="8692961" cy="1210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4005064"/>
            <a:ext cx="8477260" cy="210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585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"/>
          <a:stretch/>
        </p:blipFill>
        <p:spPr bwMode="auto">
          <a:xfrm>
            <a:off x="433004" y="260648"/>
            <a:ext cx="8452663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04" y="2996952"/>
            <a:ext cx="8588325" cy="1779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04" y="5157193"/>
            <a:ext cx="8536534" cy="144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155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8790061" cy="167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60848"/>
            <a:ext cx="8790061" cy="1408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02" y="3789040"/>
            <a:ext cx="8821571" cy="3040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252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0</Words>
  <Application>Microsoft Office PowerPoint</Application>
  <PresentationFormat>On-screen Show (4:3)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23</cp:revision>
  <dcterms:created xsi:type="dcterms:W3CDTF">2026-04-20T09:23:48Z</dcterms:created>
  <dcterms:modified xsi:type="dcterms:W3CDTF">2026-06-02T11:52:20Z</dcterms:modified>
</cp:coreProperties>
</file>