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1" r:id="rId9"/>
    <p:sldId id="272" r:id="rId10"/>
    <p:sldId id="27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8/6/2026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801806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97" y="2636912"/>
            <a:ext cx="8801806" cy="70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426007"/>
            <a:ext cx="6125766" cy="343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2776"/>
            <a:ext cx="8568431" cy="377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822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8760752" cy="4362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092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8539967" cy="56719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09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8562"/>
            <a:ext cx="6778399" cy="6640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092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6632"/>
            <a:ext cx="7495555" cy="6640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09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0"/>
            <a:ext cx="6324178" cy="68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09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8280920" cy="1485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77" y="3754754"/>
            <a:ext cx="8762174" cy="2914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07904" y="1628800"/>
            <a:ext cx="2376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 . . .</a:t>
            </a:r>
            <a:br>
              <a:rPr lang="en-SG" sz="4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SG" sz="4000" b="1" dirty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 </a:t>
            </a:r>
            <a:r>
              <a:rPr lang="en-SG" sz="4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. . .</a:t>
            </a:r>
            <a:br>
              <a:rPr lang="en-SG" sz="4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</a:br>
            <a:r>
              <a:rPr lang="en-SG" sz="4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 . . .</a:t>
            </a:r>
            <a:endParaRPr lang="en-SG" sz="40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34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0832"/>
            <a:ext cx="7260481" cy="667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134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44" y="44624"/>
            <a:ext cx="8760844" cy="206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3528" y="1916832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 . . .</a:t>
            </a:r>
            <a:endParaRPr lang="en-SG" sz="40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24718"/>
            <a:ext cx="6384580" cy="2303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76256" y="4068553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40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 or</a:t>
            </a:r>
            <a:endParaRPr lang="en-SG" sz="40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982074"/>
            <a:ext cx="5612632" cy="1832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134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10</Words>
  <Application>Microsoft Office PowerPoint</Application>
  <PresentationFormat>On-screen Show (4:3)</PresentationFormat>
  <Paragraphs>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34</cp:revision>
  <dcterms:created xsi:type="dcterms:W3CDTF">2026-04-20T09:23:48Z</dcterms:created>
  <dcterms:modified xsi:type="dcterms:W3CDTF">2026-06-08T04:39:43Z</dcterms:modified>
</cp:coreProperties>
</file>