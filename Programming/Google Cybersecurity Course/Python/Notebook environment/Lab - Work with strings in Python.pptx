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88640"/>
            <a:ext cx="8500209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276872"/>
            <a:ext cx="8500209" cy="728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49" y="3180300"/>
            <a:ext cx="7295603" cy="3633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412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1385888"/>
            <a:ext cx="8574087" cy="408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467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2696"/>
            <a:ext cx="8722910" cy="511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467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38"/>
            <a:ext cx="8424936" cy="3041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14" y="3833822"/>
            <a:ext cx="8777703" cy="2835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467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57513"/>
            <a:ext cx="8496944" cy="3026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3717032"/>
            <a:ext cx="8784976" cy="2780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467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02" y="157444"/>
            <a:ext cx="8181231" cy="2529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02" y="3348903"/>
            <a:ext cx="8404962" cy="304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467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404664"/>
            <a:ext cx="8856622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467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31</cp:revision>
  <dcterms:created xsi:type="dcterms:W3CDTF">2026-04-20T09:23:48Z</dcterms:created>
  <dcterms:modified xsi:type="dcterms:W3CDTF">2026-06-06T08:27:37Z</dcterms:modified>
</cp:coreProperties>
</file>