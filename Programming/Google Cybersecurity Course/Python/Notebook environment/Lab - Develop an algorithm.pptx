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6/6/2026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8568951" cy="1740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2348880"/>
            <a:ext cx="8568951" cy="833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268233"/>
            <a:ext cx="6840760" cy="3479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412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8898237" cy="629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359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8711536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359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08719"/>
            <a:ext cx="8853115" cy="468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359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80728"/>
            <a:ext cx="8568952" cy="4901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359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29" y="1083018"/>
            <a:ext cx="8448943" cy="4551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35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91" y="332656"/>
            <a:ext cx="8626996" cy="6014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359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8640"/>
            <a:ext cx="7288403" cy="64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35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88840"/>
            <a:ext cx="8740167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35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870" y="260648"/>
            <a:ext cx="6768157" cy="6466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7249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916832"/>
            <a:ext cx="5410553" cy="207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6860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35</cp:revision>
  <dcterms:created xsi:type="dcterms:W3CDTF">2026-04-20T09:23:48Z</dcterms:created>
  <dcterms:modified xsi:type="dcterms:W3CDTF">2026-06-06T10:00:19Z</dcterms:modified>
</cp:coreProperties>
</file>