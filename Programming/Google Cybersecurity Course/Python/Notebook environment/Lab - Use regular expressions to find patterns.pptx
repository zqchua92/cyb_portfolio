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1"/>
            <a:ext cx="8722861" cy="2444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4944"/>
            <a:ext cx="8722861" cy="10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509120"/>
            <a:ext cx="8722861" cy="1679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0" y="3717032"/>
            <a:ext cx="8771719" cy="2973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69" y="116632"/>
            <a:ext cx="8771719" cy="323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77565"/>
            <a:ext cx="8712967" cy="3259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8595546" cy="523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712968" cy="2839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14372"/>
            <a:ext cx="8712968" cy="331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685857" cy="3899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96232"/>
            <a:ext cx="8641283" cy="485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63541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36525"/>
            <a:ext cx="7507287" cy="658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39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32</cp:revision>
  <dcterms:created xsi:type="dcterms:W3CDTF">2026-04-20T09:23:48Z</dcterms:created>
  <dcterms:modified xsi:type="dcterms:W3CDTF">2026-06-06T16:26:43Z</dcterms:modified>
</cp:coreProperties>
</file>