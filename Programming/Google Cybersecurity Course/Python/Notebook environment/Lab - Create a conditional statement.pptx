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9" r:id="rId7"/>
    <p:sldId id="270" r:id="rId8"/>
    <p:sldId id="271" r:id="rId9"/>
    <p:sldId id="272" r:id="rId10"/>
    <p:sldId id="27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2656"/>
            <a:ext cx="8640960" cy="1048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57490"/>
            <a:ext cx="8640960" cy="972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242093"/>
            <a:ext cx="8640960" cy="3355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172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12" y="260648"/>
            <a:ext cx="8546951" cy="2899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5688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12" y="764704"/>
            <a:ext cx="8546951" cy="4310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568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188640"/>
            <a:ext cx="8439473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5013175"/>
            <a:ext cx="3039386" cy="1766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5013175"/>
            <a:ext cx="3042636" cy="1766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5688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8617235" cy="3960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509120"/>
            <a:ext cx="4308617" cy="1732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4509120"/>
            <a:ext cx="3916658" cy="163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5688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08719"/>
            <a:ext cx="8732566" cy="4544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6485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245" y="116632"/>
            <a:ext cx="7367022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797152"/>
            <a:ext cx="3910075" cy="1940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6485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44404"/>
            <a:ext cx="7957771" cy="3682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6485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203200"/>
            <a:ext cx="9040813" cy="645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7014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795" y="116633"/>
            <a:ext cx="7192642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149080"/>
            <a:ext cx="4536053" cy="2584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7014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32</cp:revision>
  <dcterms:created xsi:type="dcterms:W3CDTF">2026-04-20T09:23:48Z</dcterms:created>
  <dcterms:modified xsi:type="dcterms:W3CDTF">2026-06-04T05:43:57Z</dcterms:modified>
</cp:coreProperties>
</file>