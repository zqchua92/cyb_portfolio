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712968" cy="2249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564904"/>
            <a:ext cx="8712968" cy="71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429000"/>
            <a:ext cx="7416824" cy="331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5088"/>
            <a:ext cx="8602663" cy="672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983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565150"/>
            <a:ext cx="8907463" cy="572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98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762" y="0"/>
            <a:ext cx="6235179" cy="6813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98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657962" cy="493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98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8497267" cy="3722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983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9" y="157698"/>
            <a:ext cx="9025135" cy="62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98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31</cp:revision>
  <dcterms:created xsi:type="dcterms:W3CDTF">2026-04-20T09:23:48Z</dcterms:created>
  <dcterms:modified xsi:type="dcterms:W3CDTF">2026-06-07T16:31:11Z</dcterms:modified>
</cp:coreProperties>
</file>