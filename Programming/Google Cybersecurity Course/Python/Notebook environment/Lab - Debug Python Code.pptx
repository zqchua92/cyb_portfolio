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16632"/>
            <a:ext cx="8640960" cy="1581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958542"/>
            <a:ext cx="8640960" cy="1038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75" y="3068960"/>
            <a:ext cx="8752652" cy="2464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869160"/>
            <a:ext cx="2746179" cy="1988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1"/>
            <a:ext cx="8640959" cy="2776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42" y="3861047"/>
            <a:ext cx="8316913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1423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99" y="260648"/>
            <a:ext cx="7440613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99" y="3645024"/>
            <a:ext cx="3019425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6520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16300"/>
            <a:ext cx="7344815" cy="3929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61019"/>
            <a:ext cx="7652192" cy="2668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6520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83444"/>
            <a:ext cx="6794527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31"/>
          <a:stretch/>
        </p:blipFill>
        <p:spPr bwMode="auto">
          <a:xfrm>
            <a:off x="996591" y="4293096"/>
            <a:ext cx="7608639" cy="2484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6520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8465952" cy="5867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6520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8" y="60325"/>
            <a:ext cx="7869237" cy="673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8773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980728"/>
            <a:ext cx="8721155" cy="4821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877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25471"/>
            <a:ext cx="8793451" cy="4984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8773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08720"/>
            <a:ext cx="8917799" cy="5128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8773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36</cp:revision>
  <dcterms:created xsi:type="dcterms:W3CDTF">2026-04-20T09:23:48Z</dcterms:created>
  <dcterms:modified xsi:type="dcterms:W3CDTF">2026-06-08T10:04:30Z</dcterms:modified>
</cp:coreProperties>
</file>