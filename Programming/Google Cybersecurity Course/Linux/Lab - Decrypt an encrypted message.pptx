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14/5/2026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260350"/>
            <a:ext cx="4591050" cy="633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2066925"/>
            <a:ext cx="5945187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1457325"/>
            <a:ext cx="5964237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64" y="483255"/>
            <a:ext cx="8565925" cy="5662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04" y="1052736"/>
            <a:ext cx="9007620" cy="495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00808"/>
            <a:ext cx="8921700" cy="3186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04864"/>
            <a:ext cx="8243968" cy="2378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51" y="548680"/>
            <a:ext cx="8250043" cy="5879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2311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10</cp:revision>
  <dcterms:created xsi:type="dcterms:W3CDTF">2026-04-20T09:23:48Z</dcterms:created>
  <dcterms:modified xsi:type="dcterms:W3CDTF">2026-05-14T09:36:01Z</dcterms:modified>
</cp:coreProperties>
</file>