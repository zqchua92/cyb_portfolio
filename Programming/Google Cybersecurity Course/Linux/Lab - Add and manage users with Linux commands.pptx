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24/4/2026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67712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24/4/2026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21961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24/4/2026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91045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24/4/2026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8573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24/4/2026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47478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24/4/2026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19618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24/4/2026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29602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24/4/2026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6666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24/4/2026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77422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24/4/2026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6771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24/4/2026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70079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C4481-DCA8-45EC-B0C8-57E4A9636BD8}" type="datetimeFigureOut">
              <a:rPr lang="en-SG" smtClean="0"/>
              <a:t>24/4/2026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84891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332656"/>
            <a:ext cx="5010288" cy="6196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0050" y="938213"/>
            <a:ext cx="5802313" cy="4981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188" y="1462088"/>
            <a:ext cx="5888037" cy="393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412775"/>
            <a:ext cx="8726813" cy="3888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24744"/>
            <a:ext cx="8968466" cy="4051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96752"/>
            <a:ext cx="8883228" cy="4260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548680"/>
            <a:ext cx="8745113" cy="5616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0</Words>
  <Application>Microsoft Office PowerPoint</Application>
  <PresentationFormat>On-screen Show (4:3)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ZhiQian Chua</dc:creator>
  <cp:lastModifiedBy>ZhiQian Chua</cp:lastModifiedBy>
  <cp:revision>7</cp:revision>
  <dcterms:created xsi:type="dcterms:W3CDTF">2026-04-20T09:23:48Z</dcterms:created>
  <dcterms:modified xsi:type="dcterms:W3CDTF">2026-04-24T03:18:52Z</dcterms:modified>
</cp:coreProperties>
</file>