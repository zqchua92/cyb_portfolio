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5"/>
          <a:stretch/>
        </p:blipFill>
        <p:spPr bwMode="auto">
          <a:xfrm>
            <a:off x="1691681" y="124966"/>
            <a:ext cx="5760640" cy="6413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67332"/>
            <a:ext cx="6840759" cy="4772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620688"/>
            <a:ext cx="6833803" cy="5449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8" y="250825"/>
            <a:ext cx="5267325" cy="635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964" y="1268760"/>
            <a:ext cx="6865412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550863"/>
            <a:ext cx="5276850" cy="575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809579"/>
            <a:ext cx="5832648" cy="5304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838200"/>
            <a:ext cx="5362575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185" y="116632"/>
            <a:ext cx="531495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510532"/>
            <a:ext cx="330517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5</cp:revision>
  <dcterms:created xsi:type="dcterms:W3CDTF">2026-04-20T09:23:48Z</dcterms:created>
  <dcterms:modified xsi:type="dcterms:W3CDTF">2026-04-20T11:26:07Z</dcterms:modified>
</cp:coreProperties>
</file>