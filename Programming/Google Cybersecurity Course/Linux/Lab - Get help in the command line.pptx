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65100"/>
            <a:ext cx="5707063" cy="652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700213"/>
            <a:ext cx="5745163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981200"/>
            <a:ext cx="576421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531813"/>
            <a:ext cx="5229225" cy="579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03188"/>
            <a:ext cx="5381625" cy="665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409700"/>
            <a:ext cx="5257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8640"/>
            <a:ext cx="4968552" cy="646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23528" y="332656"/>
            <a:ext cx="8397226" cy="5765691"/>
            <a:chOff x="179512" y="116632"/>
            <a:chExt cx="8397226" cy="5765691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116632"/>
              <a:ext cx="8397226" cy="5017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820" y="5134446"/>
              <a:ext cx="3600400" cy="747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336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60648"/>
            <a:ext cx="4568078" cy="6121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" y="1916832"/>
            <a:ext cx="3815874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336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7463"/>
            <a:ext cx="5295900" cy="68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5" y="2420889"/>
            <a:ext cx="3542184" cy="44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336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10</cp:revision>
  <dcterms:created xsi:type="dcterms:W3CDTF">2026-04-20T09:23:48Z</dcterms:created>
  <dcterms:modified xsi:type="dcterms:W3CDTF">2026-04-24T05:47:01Z</dcterms:modified>
</cp:coreProperties>
</file>