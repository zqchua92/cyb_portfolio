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3" r:id="rId5"/>
    <p:sldId id="264" r:id="rId6"/>
    <p:sldId id="266" r:id="rId7"/>
    <p:sldId id="267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21/4/2026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771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21/4/2026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196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21/4/2026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104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21/4/2026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857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21/4/2026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747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21/4/2026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961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21/4/2026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960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21/4/2026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666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21/4/2026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7422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21/4/2026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771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21/4/2026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007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C4481-DCA8-45EC-B0C8-57E4A9636BD8}" type="datetimeFigureOut">
              <a:rPr lang="en-SG" smtClean="0"/>
              <a:t>21/4/2026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489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613" y="0"/>
            <a:ext cx="5945187" cy="685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17" y="1052736"/>
            <a:ext cx="7386011" cy="4680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731" y="620688"/>
            <a:ext cx="7224951" cy="5616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80"/>
          <a:stretch/>
        </p:blipFill>
        <p:spPr bwMode="auto">
          <a:xfrm>
            <a:off x="107504" y="22243"/>
            <a:ext cx="8967506" cy="6619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764704"/>
            <a:ext cx="8470322" cy="4968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1848"/>
            <a:ext cx="8193785" cy="5485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5603828"/>
            <a:ext cx="2959558" cy="1179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6" y="537195"/>
            <a:ext cx="9043254" cy="5976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0</Words>
  <Application>Microsoft Office PowerPoint</Application>
  <PresentationFormat>On-screen Show (4:3)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ZhiQian Chua</dc:creator>
  <cp:lastModifiedBy>ZhiQian Chua</cp:lastModifiedBy>
  <cp:revision>7</cp:revision>
  <dcterms:created xsi:type="dcterms:W3CDTF">2026-04-20T09:23:48Z</dcterms:created>
  <dcterms:modified xsi:type="dcterms:W3CDTF">2026-04-21T09:30:09Z</dcterms:modified>
</cp:coreProperties>
</file>