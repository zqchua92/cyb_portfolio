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30/5/2026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75" y="1340768"/>
            <a:ext cx="8679044" cy="3907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1" y="836713"/>
            <a:ext cx="8926835" cy="4197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8890270" cy="3802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069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30" y="4028871"/>
            <a:ext cx="85264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97530" y="4892967"/>
            <a:ext cx="823491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$HOME_NET is a </a:t>
            </a:r>
            <a:r>
              <a:rPr lang="en-GB" sz="1400" dirty="0" err="1"/>
              <a:t>Suricata</a:t>
            </a:r>
            <a:r>
              <a:rPr lang="en-GB" sz="1400" dirty="0"/>
              <a:t> variable defined in /</a:t>
            </a:r>
            <a:r>
              <a:rPr lang="en-GB" sz="1400" dirty="0" err="1"/>
              <a:t>etc</a:t>
            </a:r>
            <a:r>
              <a:rPr lang="en-GB" sz="1400" dirty="0"/>
              <a:t>/</a:t>
            </a:r>
            <a:r>
              <a:rPr lang="en-GB" sz="1400" dirty="0" err="1"/>
              <a:t>suricata</a:t>
            </a:r>
            <a:r>
              <a:rPr lang="en-GB" sz="1400" dirty="0"/>
              <a:t>/</a:t>
            </a:r>
            <a:r>
              <a:rPr lang="en-GB" sz="1400" dirty="0" err="1"/>
              <a:t>suricata.yaml</a:t>
            </a:r>
            <a:r>
              <a:rPr lang="en-GB" sz="1400" dirty="0"/>
              <a:t> that you can use in your rule definitions as a placeholder for your local or home network to identify traffic that connects to or from systems within your organization</a:t>
            </a:r>
            <a:r>
              <a:rPr lang="en-GB" sz="1400" dirty="0" smtClean="0"/>
              <a:t>.</a:t>
            </a:r>
          </a:p>
          <a:p>
            <a:endParaRPr lang="en-GB" sz="1400" dirty="0"/>
          </a:p>
          <a:p>
            <a:r>
              <a:rPr lang="en-GB" sz="1400" dirty="0"/>
              <a:t>In this lab $HOME_NET is defined as the 172.21.224.0/20 subnet</a:t>
            </a:r>
            <a:r>
              <a:rPr lang="en-GB" sz="1400" dirty="0" smtClean="0"/>
              <a:t>.</a:t>
            </a:r>
          </a:p>
          <a:p>
            <a:endParaRPr lang="en-GB" sz="1400" dirty="0"/>
          </a:p>
          <a:p>
            <a:r>
              <a:rPr lang="en-GB" sz="1400" dirty="0"/>
              <a:t>The word </a:t>
            </a:r>
            <a:r>
              <a:rPr lang="en-GB" sz="1400" dirty="0"/>
              <a:t>any</a:t>
            </a:r>
            <a:r>
              <a:rPr lang="en-GB" sz="1400" dirty="0"/>
              <a:t> means that </a:t>
            </a:r>
            <a:r>
              <a:rPr lang="en-GB" sz="1400" dirty="0" err="1"/>
              <a:t>Suricata</a:t>
            </a:r>
            <a:r>
              <a:rPr lang="en-GB" sz="1400" dirty="0"/>
              <a:t> catches traffic from any port defined in the </a:t>
            </a:r>
            <a:r>
              <a:rPr lang="en-GB" sz="1400" dirty="0"/>
              <a:t>$HOME_NET</a:t>
            </a:r>
            <a:r>
              <a:rPr lang="en-GB" sz="1400" dirty="0"/>
              <a:t> network</a:t>
            </a:r>
            <a:r>
              <a:rPr lang="en-GB" sz="1400" dirty="0" smtClean="0"/>
              <a:t>.</a:t>
            </a:r>
            <a:endParaRPr lang="en-SG" sz="1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0648"/>
            <a:ext cx="6973887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085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403225"/>
            <a:ext cx="7011987" cy="604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84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733425"/>
            <a:ext cx="6983413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844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34" y="980728"/>
            <a:ext cx="8488363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56760"/>
            <a:ext cx="7050087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84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427038"/>
            <a:ext cx="7383463" cy="600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84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6632"/>
            <a:ext cx="6500404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6039318"/>
            <a:ext cx="5572969" cy="6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43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52" y="56941"/>
            <a:ext cx="4419600" cy="677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988840"/>
            <a:ext cx="4275337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434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8640"/>
            <a:ext cx="6103517" cy="267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3043238"/>
            <a:ext cx="8364537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88" y="4404763"/>
            <a:ext cx="4157988" cy="2001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270581"/>
            <a:ext cx="4584551" cy="226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43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590550"/>
            <a:ext cx="7202487" cy="567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507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165100"/>
            <a:ext cx="7697787" cy="652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507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</Words>
  <Application>Microsoft Office PowerPoint</Application>
  <PresentationFormat>On-screen Show (4:3)</PresentationFormat>
  <Paragraphs>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17</cp:revision>
  <dcterms:created xsi:type="dcterms:W3CDTF">2026-04-20T09:23:48Z</dcterms:created>
  <dcterms:modified xsi:type="dcterms:W3CDTF">2026-05-30T09:15:08Z</dcterms:modified>
</cp:coreProperties>
</file>