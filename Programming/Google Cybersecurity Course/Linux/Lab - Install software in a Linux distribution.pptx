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863" y="188640"/>
            <a:ext cx="6516687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0319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88" y="814388"/>
            <a:ext cx="6421437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205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75" y="723900"/>
            <a:ext cx="6697663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58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50571"/>
            <a:ext cx="4218978" cy="6446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58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642938"/>
            <a:ext cx="5010150" cy="557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58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4624"/>
            <a:ext cx="4461063" cy="6768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58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196752"/>
            <a:ext cx="5926087" cy="4043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806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764" y="321173"/>
            <a:ext cx="4411476" cy="634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828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03188"/>
            <a:ext cx="4981575" cy="665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828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2</cp:revision>
  <dcterms:created xsi:type="dcterms:W3CDTF">2026-04-20T09:23:48Z</dcterms:created>
  <dcterms:modified xsi:type="dcterms:W3CDTF">2026-04-20T09:36:32Z</dcterms:modified>
</cp:coreProperties>
</file>