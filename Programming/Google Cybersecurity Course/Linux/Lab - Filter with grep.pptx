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21/4/2026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74613"/>
            <a:ext cx="6345237" cy="670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2009775"/>
            <a:ext cx="6469063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1262063"/>
            <a:ext cx="6554787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0" y="260648"/>
            <a:ext cx="9057800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44623"/>
            <a:ext cx="7272808" cy="354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582422"/>
            <a:ext cx="3042747" cy="3239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8640"/>
            <a:ext cx="3724944" cy="5635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78"/>
            <a:ext cx="5047970" cy="272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6" y="4020988"/>
            <a:ext cx="503872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8</cp:revision>
  <dcterms:created xsi:type="dcterms:W3CDTF">2026-04-20T09:23:48Z</dcterms:created>
  <dcterms:modified xsi:type="dcterms:W3CDTF">2026-04-21T11:20:19Z</dcterms:modified>
</cp:coreProperties>
</file>