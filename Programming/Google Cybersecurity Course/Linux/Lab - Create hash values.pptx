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5" r:id="rId7"/>
    <p:sldId id="267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15/5/2026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369888"/>
            <a:ext cx="4857750" cy="611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63" y="1119188"/>
            <a:ext cx="5830887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790700"/>
            <a:ext cx="5888037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8" y="548680"/>
            <a:ext cx="8981755" cy="2597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284984"/>
            <a:ext cx="395264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353" y="1"/>
            <a:ext cx="4602585" cy="537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381976"/>
            <a:ext cx="3816424" cy="1483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980728"/>
            <a:ext cx="5992813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8854653" cy="380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8240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27000"/>
            <a:ext cx="5840413" cy="660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824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12</cp:revision>
  <dcterms:created xsi:type="dcterms:W3CDTF">2026-04-20T09:23:48Z</dcterms:created>
  <dcterms:modified xsi:type="dcterms:W3CDTF">2026-05-14T17:09:35Z</dcterms:modified>
</cp:coreProperties>
</file>