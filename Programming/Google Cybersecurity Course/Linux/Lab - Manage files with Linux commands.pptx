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22/4/2026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80711"/>
            <a:ext cx="5400600" cy="661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93" y="1196751"/>
            <a:ext cx="7000480" cy="4181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26988"/>
            <a:ext cx="6069013" cy="680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700088"/>
            <a:ext cx="5945187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51292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32938"/>
            <a:ext cx="8374142" cy="403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95536" y="548680"/>
            <a:ext cx="8330795" cy="5513295"/>
            <a:chOff x="395536" y="548680"/>
            <a:chExt cx="8330795" cy="5513295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33"/>
            <a:stretch/>
          </p:blipFill>
          <p:spPr bwMode="auto">
            <a:xfrm>
              <a:off x="395536" y="548680"/>
              <a:ext cx="8330795" cy="5343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95536" y="4708393"/>
              <a:ext cx="3816424" cy="1353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649532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676934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403" y="404664"/>
            <a:ext cx="5045174" cy="609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332656"/>
            <a:ext cx="8533941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12</cp:revision>
  <dcterms:created xsi:type="dcterms:W3CDTF">2026-04-20T09:23:48Z</dcterms:created>
  <dcterms:modified xsi:type="dcterms:W3CDTF">2026-04-22T10:28:36Z</dcterms:modified>
</cp:coreProperties>
</file>