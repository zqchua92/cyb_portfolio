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3" r:id="rId5"/>
    <p:sldId id="270" r:id="rId6"/>
    <p:sldId id="264" r:id="rId7"/>
    <p:sldId id="265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23/4/2026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56519"/>
            <a:ext cx="5760640" cy="6544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8" y="1724025"/>
            <a:ext cx="5648325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885825"/>
            <a:ext cx="5964237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8617142" cy="408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21917"/>
            <a:ext cx="3960439" cy="6430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42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728955" cy="336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084" y="24892"/>
            <a:ext cx="9121875" cy="479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89" y="5013176"/>
            <a:ext cx="8880728" cy="174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55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5" y="1340768"/>
            <a:ext cx="9076789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84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16832"/>
            <a:ext cx="8928992" cy="2670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84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7504" y="1412776"/>
            <a:ext cx="8903032" cy="3816424"/>
            <a:chOff x="107504" y="1412776"/>
            <a:chExt cx="8903032" cy="3816424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1412776"/>
              <a:ext cx="8831024" cy="3744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107504" y="2852936"/>
              <a:ext cx="4680520" cy="2376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39384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16</cp:revision>
  <dcterms:created xsi:type="dcterms:W3CDTF">2026-04-20T09:23:48Z</dcterms:created>
  <dcterms:modified xsi:type="dcterms:W3CDTF">2026-04-23T09:53:05Z</dcterms:modified>
</cp:coreProperties>
</file>