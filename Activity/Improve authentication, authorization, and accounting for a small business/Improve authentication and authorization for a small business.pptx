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bookmarkIdSeed="2">
  <p:sldMasterIdLst>
    <p:sldMasterId id="2147483660" r:id="rId1"/>
  </p:sldMasterIdLst>
  <p:sldIdLst>
    <p:sldId id="256" r:id="rId2"/>
    <p:sldId id="257" r:id="rId3"/>
    <p:sldId id="258" r:id="rId4"/>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p:scale>
          <a:sx n="90" d="100"/>
          <a:sy n="90" d="100"/>
        </p:scale>
        <p:origin x="-2292" y="-528"/>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viewProps" Target="viewProps.xml"/><Relationship Id="rId5" Type="http://schemas.openxmlformats.org/officeDocument/2006/relationships/presProps" Target="presProps.xml"/><Relationship Id="rId4" Type="http://schemas.openxmlformats.org/officeDocument/2006/relationships/slide" Target="slides/slide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15" name="Rounded Rectangle 14"/>
          <p:cNvSpPr/>
          <p:nvPr/>
        </p:nvSpPr>
        <p:spPr>
          <a:xfrm>
            <a:off x="304800" y="329184"/>
            <a:ext cx="8532055" cy="6196819"/>
          </a:xfrm>
          <a:prstGeom prst="roundRect">
            <a:avLst>
              <a:gd name="adj" fmla="val 2081"/>
            </a:avLst>
          </a:prstGeom>
          <a:gradFill flip="none" rotWithShape="1">
            <a:gsLst>
              <a:gs pos="0">
                <a:srgbClr val="FFFFFF">
                  <a:shade val="100000"/>
                </a:srgbClr>
              </a:gs>
              <a:gs pos="98000">
                <a:srgbClr val="FFFFFF">
                  <a:shade val="100000"/>
                </a:srgbClr>
              </a:gs>
              <a:gs pos="99055">
                <a:srgbClr val="FFFFFF">
                  <a:shade val="93000"/>
                </a:srgbClr>
              </a:gs>
              <a:gs pos="100000">
                <a:srgbClr val="FFFFFF">
                  <a:shade val="70000"/>
                </a:srgbClr>
              </a:gs>
            </a:gsLst>
            <a:lin ang="5400000" scaled="1"/>
            <a:tileRect/>
          </a:gradFill>
          <a:ln w="2000" cap="rnd" cmpd="sng" algn="ctr">
            <a:solidFill>
              <a:srgbClr val="302F2C">
                <a:tint val="65000"/>
                <a:satMod val="120000"/>
              </a:srgbClr>
            </a:solidFill>
            <a:prstDash val="solid"/>
          </a:ln>
          <a:effectLst>
            <a:outerShdw blurRad="76200" dist="50800" dir="5400000" algn="tl" rotWithShape="0">
              <a:srgbClr val="000000">
                <a:alpha val="25000"/>
              </a:srgbClr>
            </a:outerShdw>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a:p>
        </p:txBody>
      </p:sp>
      <p:sp>
        <p:nvSpPr>
          <p:cNvPr id="10" name="Rounded Rectangle 9"/>
          <p:cNvSpPr/>
          <p:nvPr/>
        </p:nvSpPr>
        <p:spPr>
          <a:xfrm>
            <a:off x="418596" y="434162"/>
            <a:ext cx="8306809" cy="3108960"/>
          </a:xfrm>
          <a:prstGeom prst="roundRect">
            <a:avLst>
              <a:gd name="adj" fmla="val 4578"/>
            </a:avLst>
          </a:prstGeom>
          <a:gradFill rotWithShape="1">
            <a:gsLst>
              <a:gs pos="0">
                <a:schemeClr val="bg1">
                  <a:tint val="75000"/>
                  <a:satMod val="150000"/>
                </a:schemeClr>
              </a:gs>
              <a:gs pos="55000">
                <a:schemeClr val="bg1">
                  <a:shade val="75000"/>
                  <a:satMod val="100000"/>
                </a:schemeClr>
              </a:gs>
              <a:gs pos="100000">
                <a:schemeClr val="bg1">
                  <a:shade val="35000"/>
                  <a:satMod val="100000"/>
                </a:schemeClr>
              </a:gs>
            </a:gsLst>
            <a:path path="circle">
              <a:fillToRect l="50000" t="175000" r="50000" b="-75000"/>
            </a:path>
          </a:gradFill>
          <a:ln w="889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a:p>
        </p:txBody>
      </p:sp>
      <p:sp>
        <p:nvSpPr>
          <p:cNvPr id="5" name="Title 4"/>
          <p:cNvSpPr>
            <a:spLocks noGrp="1"/>
          </p:cNvSpPr>
          <p:nvPr>
            <p:ph type="ctrTitle"/>
          </p:nvPr>
        </p:nvSpPr>
        <p:spPr>
          <a:xfrm>
            <a:off x="722376" y="1820206"/>
            <a:ext cx="7772400" cy="1828800"/>
          </a:xfrm>
        </p:spPr>
        <p:txBody>
          <a:bodyPr lIns="45720" rIns="45720" bIns="45720"/>
          <a:lstStyle>
            <a:lvl1pPr algn="r">
              <a:defRPr sz="4500" b="1">
                <a:solidFill>
                  <a:schemeClr val="accent1">
                    <a:tint val="88000"/>
                    <a:satMod val="150000"/>
                  </a:schemeClr>
                </a:solidFill>
                <a:effectLst>
                  <a:outerShdw blurRad="53975" dist="22860" dir="5400000" algn="tl" rotWithShape="0">
                    <a:srgbClr val="000000">
                      <a:alpha val="55000"/>
                    </a:srgbClr>
                  </a:outerShdw>
                </a:effectLst>
              </a:defRPr>
            </a:lvl1pPr>
            <a:extLst/>
          </a:lstStyle>
          <a:p>
            <a:r>
              <a:rPr kumimoji="0" lang="en-US" smtClean="0"/>
              <a:t>Click to edit Master title style</a:t>
            </a:r>
            <a:endParaRPr kumimoji="0" lang="en-US"/>
          </a:p>
        </p:txBody>
      </p:sp>
      <p:sp>
        <p:nvSpPr>
          <p:cNvPr id="20" name="Subtitle 19"/>
          <p:cNvSpPr>
            <a:spLocks noGrp="1"/>
          </p:cNvSpPr>
          <p:nvPr>
            <p:ph type="subTitle" idx="1"/>
          </p:nvPr>
        </p:nvSpPr>
        <p:spPr>
          <a:xfrm>
            <a:off x="722376" y="3685032"/>
            <a:ext cx="7772400" cy="914400"/>
          </a:xfrm>
        </p:spPr>
        <p:txBody>
          <a:bodyPr lIns="182880" tIns="0"/>
          <a:lstStyle>
            <a:lvl1pPr marL="36576" indent="0" algn="r">
              <a:spcBef>
                <a:spcPts val="0"/>
              </a:spcBef>
              <a:buNone/>
              <a:defRPr sz="2000">
                <a:solidFill>
                  <a:schemeClr val="bg2">
                    <a:shade val="25000"/>
                  </a:schemeClr>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extLst/>
          </a:lstStyle>
          <a:p>
            <a:r>
              <a:rPr kumimoji="0" lang="en-US" smtClean="0"/>
              <a:t>Click to edit Master subtitle style</a:t>
            </a:r>
            <a:endParaRPr kumimoji="0" lang="en-US"/>
          </a:p>
        </p:txBody>
      </p:sp>
      <p:sp>
        <p:nvSpPr>
          <p:cNvPr id="19" name="Date Placeholder 18"/>
          <p:cNvSpPr>
            <a:spLocks noGrp="1"/>
          </p:cNvSpPr>
          <p:nvPr>
            <p:ph type="dt" sz="half" idx="10"/>
          </p:nvPr>
        </p:nvSpPr>
        <p:spPr/>
        <p:txBody>
          <a:bodyPr/>
          <a:lstStyle>
            <a:extLst/>
          </a:lstStyle>
          <a:p>
            <a:fld id="{A71A757D-A6B5-4CF4-B8D3-EB1B9B4F1BBD}" type="datetimeFigureOut">
              <a:rPr lang="en-SG" smtClean="0"/>
              <a:t>15/5/2026</a:t>
            </a:fld>
            <a:endParaRPr lang="en-SG"/>
          </a:p>
        </p:txBody>
      </p:sp>
      <p:sp>
        <p:nvSpPr>
          <p:cNvPr id="8" name="Footer Placeholder 7"/>
          <p:cNvSpPr>
            <a:spLocks noGrp="1"/>
          </p:cNvSpPr>
          <p:nvPr>
            <p:ph type="ftr" sz="quarter" idx="11"/>
          </p:nvPr>
        </p:nvSpPr>
        <p:spPr/>
        <p:txBody>
          <a:bodyPr/>
          <a:lstStyle>
            <a:extLst/>
          </a:lstStyle>
          <a:p>
            <a:endParaRPr lang="en-SG"/>
          </a:p>
        </p:txBody>
      </p:sp>
      <p:sp>
        <p:nvSpPr>
          <p:cNvPr id="11" name="Slide Number Placeholder 10"/>
          <p:cNvSpPr>
            <a:spLocks noGrp="1"/>
          </p:cNvSpPr>
          <p:nvPr>
            <p:ph type="sldNum" sz="quarter" idx="12"/>
          </p:nvPr>
        </p:nvSpPr>
        <p:spPr/>
        <p:txBody>
          <a:bodyPr/>
          <a:lstStyle>
            <a:extLst/>
          </a:lstStyle>
          <a:p>
            <a:fld id="{7F8B1DE3-4CFF-4411-A153-FE68D10EAB31}" type="slidenum">
              <a:rPr lang="en-SG" smtClean="0"/>
              <a:t>‹#›</a:t>
            </a:fld>
            <a:endParaRPr lang="en-SG"/>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502920" y="4983480"/>
            <a:ext cx="8183880" cy="1051560"/>
          </a:xfrm>
        </p:spPr>
        <p:txBody>
          <a:bodyPr/>
          <a:lstStyle>
            <a:extLst/>
          </a:lstStyle>
          <a:p>
            <a:r>
              <a:rPr kumimoji="0" lang="en-US" smtClean="0"/>
              <a:t>Click to edit Master title style</a:t>
            </a:r>
            <a:endParaRPr kumimoji="0" lang="en-US"/>
          </a:p>
        </p:txBody>
      </p:sp>
      <p:sp>
        <p:nvSpPr>
          <p:cNvPr id="3" name="Content Placeholder 2"/>
          <p:cNvSpPr>
            <a:spLocks noGrp="1"/>
          </p:cNvSpPr>
          <p:nvPr>
            <p:ph idx="1"/>
          </p:nvPr>
        </p:nvSpPr>
        <p:spPr>
          <a:xfrm>
            <a:off x="502920" y="530352"/>
            <a:ext cx="8183880" cy="4187952"/>
          </a:xfrm>
        </p:spPr>
        <p:txBody>
          <a:bodyPr/>
          <a:lstStyle>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extLst/>
          </a:lstStyle>
          <a:p>
            <a:fld id="{A71A757D-A6B5-4CF4-B8D3-EB1B9B4F1BBD}" type="datetimeFigureOut">
              <a:rPr lang="en-SG" smtClean="0"/>
              <a:t>15/5/2026</a:t>
            </a:fld>
            <a:endParaRPr lang="en-SG"/>
          </a:p>
        </p:txBody>
      </p:sp>
      <p:sp>
        <p:nvSpPr>
          <p:cNvPr id="5" name="Footer Placeholder 4"/>
          <p:cNvSpPr>
            <a:spLocks noGrp="1"/>
          </p:cNvSpPr>
          <p:nvPr>
            <p:ph type="ftr" sz="quarter" idx="11"/>
          </p:nvPr>
        </p:nvSpPr>
        <p:spPr/>
        <p:txBody>
          <a:bodyPr/>
          <a:lstStyle>
            <a:extLst/>
          </a:lstStyle>
          <a:p>
            <a:endParaRPr lang="en-SG"/>
          </a:p>
        </p:txBody>
      </p:sp>
      <p:sp>
        <p:nvSpPr>
          <p:cNvPr id="6" name="Slide Number Placeholder 5"/>
          <p:cNvSpPr>
            <a:spLocks noGrp="1"/>
          </p:cNvSpPr>
          <p:nvPr>
            <p:ph type="sldNum" sz="quarter" idx="12"/>
          </p:nvPr>
        </p:nvSpPr>
        <p:spPr/>
        <p:txBody>
          <a:bodyPr/>
          <a:lstStyle>
            <a:extLst/>
          </a:lstStyle>
          <a:p>
            <a:fld id="{7F8B1DE3-4CFF-4411-A153-FE68D10EAB31}" type="slidenum">
              <a:rPr lang="en-SG" smtClean="0"/>
              <a:t>‹#›</a:t>
            </a:fld>
            <a:endParaRPr lang="en-SG"/>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14" name="Rounded Rectangle 13"/>
          <p:cNvSpPr/>
          <p:nvPr/>
        </p:nvSpPr>
        <p:spPr>
          <a:xfrm>
            <a:off x="304800" y="329184"/>
            <a:ext cx="8532055" cy="6196819"/>
          </a:xfrm>
          <a:prstGeom prst="roundRect">
            <a:avLst>
              <a:gd name="adj" fmla="val 2081"/>
            </a:avLst>
          </a:prstGeom>
          <a:gradFill flip="none" rotWithShape="1">
            <a:gsLst>
              <a:gs pos="0">
                <a:srgbClr val="FFFFFF">
                  <a:shade val="100000"/>
                </a:srgbClr>
              </a:gs>
              <a:gs pos="98000">
                <a:srgbClr val="FFFFFF">
                  <a:shade val="100000"/>
                </a:srgbClr>
              </a:gs>
              <a:gs pos="99055">
                <a:srgbClr val="FFFFFF">
                  <a:shade val="93000"/>
                </a:srgbClr>
              </a:gs>
              <a:gs pos="100000">
                <a:srgbClr val="FFFFFF">
                  <a:shade val="70000"/>
                </a:srgbClr>
              </a:gs>
            </a:gsLst>
            <a:lin ang="5400000" scaled="1"/>
            <a:tileRect/>
          </a:gradFill>
          <a:ln w="2000" cap="rnd" cmpd="sng" algn="ctr">
            <a:solidFill>
              <a:srgbClr val="302F2C">
                <a:tint val="65000"/>
                <a:satMod val="120000"/>
              </a:srgbClr>
            </a:solidFill>
            <a:prstDash val="solid"/>
          </a:ln>
          <a:effectLst>
            <a:outerShdw blurRad="76200" dist="50800" dir="5400000" algn="tl" rotWithShape="0">
              <a:srgbClr val="000000">
                <a:alpha val="25000"/>
              </a:srgbClr>
            </a:outerShdw>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a:p>
        </p:txBody>
      </p:sp>
      <p:sp>
        <p:nvSpPr>
          <p:cNvPr id="11" name="Rounded Rectangle 10"/>
          <p:cNvSpPr/>
          <p:nvPr/>
        </p:nvSpPr>
        <p:spPr>
          <a:xfrm>
            <a:off x="418596" y="434162"/>
            <a:ext cx="8306809" cy="4341329"/>
          </a:xfrm>
          <a:prstGeom prst="roundRect">
            <a:avLst>
              <a:gd name="adj" fmla="val 2127"/>
            </a:avLst>
          </a:prstGeom>
          <a:gradFill rotWithShape="1">
            <a:gsLst>
              <a:gs pos="0">
                <a:schemeClr val="bg1">
                  <a:tint val="75000"/>
                  <a:satMod val="150000"/>
                </a:schemeClr>
              </a:gs>
              <a:gs pos="55000">
                <a:schemeClr val="bg1">
                  <a:shade val="75000"/>
                  <a:satMod val="100000"/>
                </a:schemeClr>
              </a:gs>
              <a:gs pos="100000">
                <a:schemeClr val="bg1">
                  <a:shade val="35000"/>
                  <a:satMod val="100000"/>
                </a:schemeClr>
              </a:gs>
            </a:gsLst>
            <a:path path="circle">
              <a:fillToRect l="50000" t="175000" r="50000" b="-75000"/>
            </a:path>
          </a:gradFill>
          <a:ln w="889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a:p>
        </p:txBody>
      </p:sp>
      <p:sp>
        <p:nvSpPr>
          <p:cNvPr id="2" name="Title 1"/>
          <p:cNvSpPr>
            <a:spLocks noGrp="1"/>
          </p:cNvSpPr>
          <p:nvPr>
            <p:ph type="title"/>
          </p:nvPr>
        </p:nvSpPr>
        <p:spPr>
          <a:xfrm>
            <a:off x="468344" y="4928616"/>
            <a:ext cx="8183880" cy="676656"/>
          </a:xfrm>
        </p:spPr>
        <p:txBody>
          <a:bodyPr lIns="91440" bIns="0" anchor="b"/>
          <a:lstStyle>
            <a:lvl1pPr algn="l">
              <a:buNone/>
              <a:defRPr sz="3600" b="0" cap="none" baseline="0">
                <a:solidFill>
                  <a:schemeClr val="bg2">
                    <a:shade val="25000"/>
                  </a:schemeClr>
                </a:solidFill>
                <a:effectLst/>
              </a:defRPr>
            </a:lvl1pPr>
            <a:extLst/>
          </a:lstStyle>
          <a:p>
            <a:r>
              <a:rPr kumimoji="0" lang="en-US" smtClean="0"/>
              <a:t>Click to edit Master title style</a:t>
            </a:r>
            <a:endParaRPr kumimoji="0" lang="en-US"/>
          </a:p>
        </p:txBody>
      </p:sp>
      <p:sp>
        <p:nvSpPr>
          <p:cNvPr id="3" name="Text Placeholder 2"/>
          <p:cNvSpPr>
            <a:spLocks noGrp="1"/>
          </p:cNvSpPr>
          <p:nvPr>
            <p:ph type="body" idx="1"/>
          </p:nvPr>
        </p:nvSpPr>
        <p:spPr>
          <a:xfrm>
            <a:off x="468344" y="5624484"/>
            <a:ext cx="8183880" cy="420624"/>
          </a:xfrm>
        </p:spPr>
        <p:txBody>
          <a:bodyPr lIns="118872" tIns="0" anchor="t"/>
          <a:lstStyle>
            <a:lvl1pPr marL="0" marR="36576" indent="0" algn="l">
              <a:spcBef>
                <a:spcPts val="0"/>
              </a:spcBef>
              <a:spcAft>
                <a:spcPts val="0"/>
              </a:spcAft>
              <a:buNone/>
              <a:defRPr sz="1800" b="0">
                <a:solidFill>
                  <a:schemeClr val="accent1">
                    <a:shade val="50000"/>
                    <a:satMod val="110000"/>
                  </a:schemeClr>
                </a:solidFill>
                <a:effectLst/>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extLst/>
          </a:lstStyle>
          <a:p>
            <a:pPr lvl="0" eaLnBrk="1" latinLnBrk="0" hangingPunct="1"/>
            <a:r>
              <a:rPr kumimoji="0" lang="en-US" smtClean="0"/>
              <a:t>Click to edit Master text styles</a:t>
            </a:r>
          </a:p>
        </p:txBody>
      </p:sp>
      <p:sp>
        <p:nvSpPr>
          <p:cNvPr id="4" name="Date Placeholder 3"/>
          <p:cNvSpPr>
            <a:spLocks noGrp="1"/>
          </p:cNvSpPr>
          <p:nvPr>
            <p:ph type="dt" sz="half" idx="10"/>
          </p:nvPr>
        </p:nvSpPr>
        <p:spPr/>
        <p:txBody>
          <a:bodyPr/>
          <a:lstStyle>
            <a:extLst/>
          </a:lstStyle>
          <a:p>
            <a:fld id="{A71A757D-A6B5-4CF4-B8D3-EB1B9B4F1BBD}" type="datetimeFigureOut">
              <a:rPr lang="en-SG" smtClean="0"/>
              <a:t>15/5/2026</a:t>
            </a:fld>
            <a:endParaRPr lang="en-SG"/>
          </a:p>
        </p:txBody>
      </p:sp>
      <p:sp>
        <p:nvSpPr>
          <p:cNvPr id="5" name="Footer Placeholder 4"/>
          <p:cNvSpPr>
            <a:spLocks noGrp="1"/>
          </p:cNvSpPr>
          <p:nvPr>
            <p:ph type="ftr" sz="quarter" idx="11"/>
          </p:nvPr>
        </p:nvSpPr>
        <p:spPr/>
        <p:txBody>
          <a:bodyPr/>
          <a:lstStyle>
            <a:extLst/>
          </a:lstStyle>
          <a:p>
            <a:endParaRPr lang="en-SG"/>
          </a:p>
        </p:txBody>
      </p:sp>
      <p:sp>
        <p:nvSpPr>
          <p:cNvPr id="6" name="Slide Number Placeholder 5"/>
          <p:cNvSpPr>
            <a:spLocks noGrp="1"/>
          </p:cNvSpPr>
          <p:nvPr>
            <p:ph type="sldNum" sz="quarter" idx="12"/>
          </p:nvPr>
        </p:nvSpPr>
        <p:spPr/>
        <p:txBody>
          <a:bodyPr/>
          <a:lstStyle>
            <a:extLst/>
          </a:lstStyle>
          <a:p>
            <a:fld id="{7F8B1DE3-4CFF-4411-A153-FE68D10EAB31}" type="slidenum">
              <a:rPr lang="en-SG" smtClean="0"/>
              <a:t>‹#›</a:t>
            </a:fld>
            <a:endParaRPr lang="en-SG"/>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extLst/>
          </a:lstStyle>
          <a:p>
            <a:r>
              <a:rPr kumimoji="0" lang="en-US" smtClean="0"/>
              <a:t>Click to edit Master title style</a:t>
            </a:r>
            <a:endParaRPr kumimoji="0" lang="en-US"/>
          </a:p>
        </p:txBody>
      </p:sp>
      <p:sp>
        <p:nvSpPr>
          <p:cNvPr id="3" name="Content Placeholder 2"/>
          <p:cNvSpPr>
            <a:spLocks noGrp="1"/>
          </p:cNvSpPr>
          <p:nvPr>
            <p:ph sz="half" idx="1"/>
          </p:nvPr>
        </p:nvSpPr>
        <p:spPr>
          <a:xfrm>
            <a:off x="514352" y="530352"/>
            <a:ext cx="3931920" cy="4389120"/>
          </a:xfrm>
        </p:spPr>
        <p:txBody>
          <a:bodyPr/>
          <a:lstStyle>
            <a:lvl1pPr>
              <a:defRPr sz="2600"/>
            </a:lvl1pPr>
            <a:lvl2pPr>
              <a:defRPr sz="2200"/>
            </a:lvl2pPr>
            <a:lvl3pPr>
              <a:defRPr sz="2000"/>
            </a:lvl3pPr>
            <a:lvl4pPr>
              <a:defRPr sz="1800"/>
            </a:lvl4pPr>
            <a:lvl5pPr>
              <a:defRPr sz="1800"/>
            </a:lvl5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Content Placeholder 3"/>
          <p:cNvSpPr>
            <a:spLocks noGrp="1"/>
          </p:cNvSpPr>
          <p:nvPr>
            <p:ph sz="half" idx="2"/>
          </p:nvPr>
        </p:nvSpPr>
        <p:spPr>
          <a:xfrm>
            <a:off x="4755360" y="530352"/>
            <a:ext cx="3931920" cy="4389120"/>
          </a:xfrm>
        </p:spPr>
        <p:txBody>
          <a:bodyPr/>
          <a:lstStyle>
            <a:lvl1pPr>
              <a:defRPr sz="2600"/>
            </a:lvl1pPr>
            <a:lvl2pPr>
              <a:defRPr sz="2200"/>
            </a:lvl2pPr>
            <a:lvl3pPr>
              <a:defRPr sz="2000"/>
            </a:lvl3pPr>
            <a:lvl4pPr>
              <a:defRPr sz="1800"/>
            </a:lvl4pPr>
            <a:lvl5pPr>
              <a:defRPr sz="1800"/>
            </a:lvl5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5" name="Date Placeholder 4"/>
          <p:cNvSpPr>
            <a:spLocks noGrp="1"/>
          </p:cNvSpPr>
          <p:nvPr>
            <p:ph type="dt" sz="half" idx="10"/>
          </p:nvPr>
        </p:nvSpPr>
        <p:spPr/>
        <p:txBody>
          <a:bodyPr/>
          <a:lstStyle>
            <a:extLst/>
          </a:lstStyle>
          <a:p>
            <a:fld id="{A71A757D-A6B5-4CF4-B8D3-EB1B9B4F1BBD}" type="datetimeFigureOut">
              <a:rPr lang="en-SG" smtClean="0"/>
              <a:t>15/5/2026</a:t>
            </a:fld>
            <a:endParaRPr lang="en-SG"/>
          </a:p>
        </p:txBody>
      </p:sp>
      <p:sp>
        <p:nvSpPr>
          <p:cNvPr id="6" name="Footer Placeholder 5"/>
          <p:cNvSpPr>
            <a:spLocks noGrp="1"/>
          </p:cNvSpPr>
          <p:nvPr>
            <p:ph type="ftr" sz="quarter" idx="11"/>
          </p:nvPr>
        </p:nvSpPr>
        <p:spPr/>
        <p:txBody>
          <a:bodyPr/>
          <a:lstStyle>
            <a:extLst/>
          </a:lstStyle>
          <a:p>
            <a:endParaRPr lang="en-SG"/>
          </a:p>
        </p:txBody>
      </p:sp>
      <p:sp>
        <p:nvSpPr>
          <p:cNvPr id="7" name="Slide Number Placeholder 6"/>
          <p:cNvSpPr>
            <a:spLocks noGrp="1"/>
          </p:cNvSpPr>
          <p:nvPr>
            <p:ph type="sldNum" sz="quarter" idx="12"/>
          </p:nvPr>
        </p:nvSpPr>
        <p:spPr/>
        <p:txBody>
          <a:bodyPr/>
          <a:lstStyle>
            <a:extLst/>
          </a:lstStyle>
          <a:p>
            <a:fld id="{7F8B1DE3-4CFF-4411-A153-FE68D10EAB31}" type="slidenum">
              <a:rPr lang="en-SG" smtClean="0"/>
              <a:t>‹#›</a:t>
            </a:fld>
            <a:endParaRPr lang="en-SG"/>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502920" y="4983480"/>
            <a:ext cx="8183880" cy="1051560"/>
          </a:xfrm>
        </p:spPr>
        <p:txBody>
          <a:bodyPr anchor="b"/>
          <a:lstStyle>
            <a:lvl1pPr>
              <a:defRPr b="1"/>
            </a:lvl1pPr>
            <a:extLst/>
          </a:lstStyle>
          <a:p>
            <a:r>
              <a:rPr kumimoji="0" lang="en-US" smtClean="0"/>
              <a:t>Click to edit Master title style</a:t>
            </a:r>
            <a:endParaRPr kumimoji="0" lang="en-US"/>
          </a:p>
        </p:txBody>
      </p:sp>
      <p:sp>
        <p:nvSpPr>
          <p:cNvPr id="3" name="Text Placeholder 2"/>
          <p:cNvSpPr>
            <a:spLocks noGrp="1"/>
          </p:cNvSpPr>
          <p:nvPr>
            <p:ph type="body" idx="1"/>
          </p:nvPr>
        </p:nvSpPr>
        <p:spPr>
          <a:xfrm>
            <a:off x="607224" y="579438"/>
            <a:ext cx="3931920" cy="792162"/>
          </a:xfrm>
        </p:spPr>
        <p:txBody>
          <a:bodyPr lIns="146304" anchor="ctr"/>
          <a:lstStyle>
            <a:lvl1pPr marL="0" indent="0" algn="l">
              <a:buNone/>
              <a:defRPr sz="2400" b="1">
                <a:solidFill>
                  <a:schemeClr val="tx1"/>
                </a:solidFill>
              </a:defRPr>
            </a:lvl1pPr>
            <a:lvl2pPr>
              <a:buNone/>
              <a:defRPr sz="2000" b="1"/>
            </a:lvl2pPr>
            <a:lvl3pPr>
              <a:buNone/>
              <a:defRPr sz="1800" b="1"/>
            </a:lvl3pPr>
            <a:lvl4pPr>
              <a:buNone/>
              <a:defRPr sz="1600" b="1"/>
            </a:lvl4pPr>
            <a:lvl5pPr>
              <a:buNone/>
              <a:defRPr sz="1600" b="1"/>
            </a:lvl5pPr>
            <a:extLst/>
          </a:lstStyle>
          <a:p>
            <a:pPr lvl="0" eaLnBrk="1" latinLnBrk="0" hangingPunct="1"/>
            <a:r>
              <a:rPr kumimoji="0" lang="en-US" smtClean="0"/>
              <a:t>Click to edit Master text styles</a:t>
            </a:r>
          </a:p>
        </p:txBody>
      </p:sp>
      <p:sp>
        <p:nvSpPr>
          <p:cNvPr id="4" name="Text Placeholder 3"/>
          <p:cNvSpPr>
            <a:spLocks noGrp="1"/>
          </p:cNvSpPr>
          <p:nvPr>
            <p:ph type="body" sz="half" idx="3"/>
          </p:nvPr>
        </p:nvSpPr>
        <p:spPr>
          <a:xfrm>
            <a:off x="4652169" y="579438"/>
            <a:ext cx="3931920" cy="792162"/>
          </a:xfrm>
        </p:spPr>
        <p:txBody>
          <a:bodyPr lIns="137160" anchor="ctr"/>
          <a:lstStyle>
            <a:lvl1pPr marL="0" indent="0" algn="l">
              <a:buNone/>
              <a:defRPr sz="2400" b="1">
                <a:solidFill>
                  <a:schemeClr val="tx1"/>
                </a:solidFill>
              </a:defRPr>
            </a:lvl1pPr>
            <a:lvl2pPr>
              <a:buNone/>
              <a:defRPr sz="2000" b="1"/>
            </a:lvl2pPr>
            <a:lvl3pPr>
              <a:buNone/>
              <a:defRPr sz="1800" b="1"/>
            </a:lvl3pPr>
            <a:lvl4pPr>
              <a:buNone/>
              <a:defRPr sz="1600" b="1"/>
            </a:lvl4pPr>
            <a:lvl5pPr>
              <a:buNone/>
              <a:defRPr sz="1600" b="1"/>
            </a:lvl5pPr>
            <a:extLst/>
          </a:lstStyle>
          <a:p>
            <a:pPr lvl="0" eaLnBrk="1" latinLnBrk="0" hangingPunct="1"/>
            <a:r>
              <a:rPr kumimoji="0" lang="en-US" smtClean="0"/>
              <a:t>Click to edit Master text styles</a:t>
            </a:r>
          </a:p>
        </p:txBody>
      </p:sp>
      <p:sp>
        <p:nvSpPr>
          <p:cNvPr id="5" name="Content Placeholder 4"/>
          <p:cNvSpPr>
            <a:spLocks noGrp="1"/>
          </p:cNvSpPr>
          <p:nvPr>
            <p:ph sz="quarter" idx="2"/>
          </p:nvPr>
        </p:nvSpPr>
        <p:spPr>
          <a:xfrm>
            <a:off x="607224" y="1447800"/>
            <a:ext cx="3931920" cy="3489960"/>
          </a:xfrm>
        </p:spPr>
        <p:txBody>
          <a:bodyPr anchor="t"/>
          <a:lstStyle>
            <a:lvl1pPr algn="l">
              <a:defRPr sz="2400"/>
            </a:lvl1pPr>
            <a:lvl2pPr algn="l">
              <a:defRPr sz="2000"/>
            </a:lvl2pPr>
            <a:lvl3pPr algn="l">
              <a:defRPr sz="1800"/>
            </a:lvl3pPr>
            <a:lvl4pPr algn="l">
              <a:defRPr sz="1600"/>
            </a:lvl4pPr>
            <a:lvl5pPr algn="l">
              <a:defRPr sz="1600"/>
            </a:lvl5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6" name="Content Placeholder 5"/>
          <p:cNvSpPr>
            <a:spLocks noGrp="1"/>
          </p:cNvSpPr>
          <p:nvPr>
            <p:ph sz="quarter" idx="4"/>
          </p:nvPr>
        </p:nvSpPr>
        <p:spPr>
          <a:xfrm>
            <a:off x="4652169" y="1447800"/>
            <a:ext cx="3931920" cy="3489960"/>
          </a:xfrm>
        </p:spPr>
        <p:txBody>
          <a:bodyPr anchor="t"/>
          <a:lstStyle>
            <a:lvl1pPr algn="l">
              <a:defRPr sz="2400"/>
            </a:lvl1pPr>
            <a:lvl2pPr algn="l">
              <a:defRPr sz="2000"/>
            </a:lvl2pPr>
            <a:lvl3pPr algn="l">
              <a:defRPr sz="1800"/>
            </a:lvl3pPr>
            <a:lvl4pPr algn="l">
              <a:defRPr sz="1600"/>
            </a:lvl4pPr>
            <a:lvl5pPr algn="l">
              <a:defRPr sz="1600"/>
            </a:lvl5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7" name="Date Placeholder 6"/>
          <p:cNvSpPr>
            <a:spLocks noGrp="1"/>
          </p:cNvSpPr>
          <p:nvPr>
            <p:ph type="dt" sz="half" idx="10"/>
          </p:nvPr>
        </p:nvSpPr>
        <p:spPr/>
        <p:txBody>
          <a:bodyPr/>
          <a:lstStyle>
            <a:extLst/>
          </a:lstStyle>
          <a:p>
            <a:fld id="{A71A757D-A6B5-4CF4-B8D3-EB1B9B4F1BBD}" type="datetimeFigureOut">
              <a:rPr lang="en-SG" smtClean="0"/>
              <a:t>15/5/2026</a:t>
            </a:fld>
            <a:endParaRPr lang="en-SG"/>
          </a:p>
        </p:txBody>
      </p:sp>
      <p:sp>
        <p:nvSpPr>
          <p:cNvPr id="8" name="Footer Placeholder 7"/>
          <p:cNvSpPr>
            <a:spLocks noGrp="1"/>
          </p:cNvSpPr>
          <p:nvPr>
            <p:ph type="ftr" sz="quarter" idx="11"/>
          </p:nvPr>
        </p:nvSpPr>
        <p:spPr/>
        <p:txBody>
          <a:bodyPr/>
          <a:lstStyle>
            <a:extLst/>
          </a:lstStyle>
          <a:p>
            <a:endParaRPr lang="en-SG"/>
          </a:p>
        </p:txBody>
      </p:sp>
      <p:sp>
        <p:nvSpPr>
          <p:cNvPr id="9" name="Slide Number Placeholder 8"/>
          <p:cNvSpPr>
            <a:spLocks noGrp="1"/>
          </p:cNvSpPr>
          <p:nvPr>
            <p:ph type="sldNum" sz="quarter" idx="12"/>
          </p:nvPr>
        </p:nvSpPr>
        <p:spPr/>
        <p:txBody>
          <a:bodyPr/>
          <a:lstStyle>
            <a:extLst/>
          </a:lstStyle>
          <a:p>
            <a:fld id="{7F8B1DE3-4CFF-4411-A153-FE68D10EAB31}" type="slidenum">
              <a:rPr lang="en-SG" smtClean="0"/>
              <a:t>‹#›</a:t>
            </a:fld>
            <a:endParaRPr lang="en-SG"/>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extLst/>
          </a:lstStyle>
          <a:p>
            <a:r>
              <a:rPr kumimoji="0" lang="en-US" smtClean="0"/>
              <a:t>Click to edit Master title style</a:t>
            </a:r>
            <a:endParaRPr kumimoji="0" lang="en-US"/>
          </a:p>
        </p:txBody>
      </p:sp>
      <p:sp>
        <p:nvSpPr>
          <p:cNvPr id="3" name="Date Placeholder 2"/>
          <p:cNvSpPr>
            <a:spLocks noGrp="1"/>
          </p:cNvSpPr>
          <p:nvPr>
            <p:ph type="dt" sz="half" idx="10"/>
          </p:nvPr>
        </p:nvSpPr>
        <p:spPr/>
        <p:txBody>
          <a:bodyPr/>
          <a:lstStyle>
            <a:extLst/>
          </a:lstStyle>
          <a:p>
            <a:fld id="{A71A757D-A6B5-4CF4-B8D3-EB1B9B4F1BBD}" type="datetimeFigureOut">
              <a:rPr lang="en-SG" smtClean="0"/>
              <a:t>15/5/2026</a:t>
            </a:fld>
            <a:endParaRPr lang="en-SG"/>
          </a:p>
        </p:txBody>
      </p:sp>
      <p:sp>
        <p:nvSpPr>
          <p:cNvPr id="4" name="Footer Placeholder 3"/>
          <p:cNvSpPr>
            <a:spLocks noGrp="1"/>
          </p:cNvSpPr>
          <p:nvPr>
            <p:ph type="ftr" sz="quarter" idx="11"/>
          </p:nvPr>
        </p:nvSpPr>
        <p:spPr/>
        <p:txBody>
          <a:bodyPr/>
          <a:lstStyle>
            <a:extLst/>
          </a:lstStyle>
          <a:p>
            <a:endParaRPr lang="en-SG"/>
          </a:p>
        </p:txBody>
      </p:sp>
      <p:sp>
        <p:nvSpPr>
          <p:cNvPr id="5" name="Slide Number Placeholder 4"/>
          <p:cNvSpPr>
            <a:spLocks noGrp="1"/>
          </p:cNvSpPr>
          <p:nvPr>
            <p:ph type="sldNum" sz="quarter" idx="12"/>
          </p:nvPr>
        </p:nvSpPr>
        <p:spPr/>
        <p:txBody>
          <a:bodyPr/>
          <a:lstStyle>
            <a:extLst/>
          </a:lstStyle>
          <a:p>
            <a:fld id="{7F8B1DE3-4CFF-4411-A153-FE68D10EAB31}" type="slidenum">
              <a:rPr lang="en-SG" smtClean="0"/>
              <a:t>‹#›</a:t>
            </a:fld>
            <a:endParaRPr lang="en-SG"/>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7" name="Rounded Rectangle 6"/>
          <p:cNvSpPr/>
          <p:nvPr/>
        </p:nvSpPr>
        <p:spPr>
          <a:xfrm>
            <a:off x="304800" y="329184"/>
            <a:ext cx="8532055" cy="6196819"/>
          </a:xfrm>
          <a:prstGeom prst="roundRect">
            <a:avLst>
              <a:gd name="adj" fmla="val 2081"/>
            </a:avLst>
          </a:prstGeom>
          <a:gradFill flip="none" rotWithShape="1">
            <a:gsLst>
              <a:gs pos="0">
                <a:srgbClr val="FFFFFF">
                  <a:shade val="100000"/>
                </a:srgbClr>
              </a:gs>
              <a:gs pos="98000">
                <a:srgbClr val="FFFFFF">
                  <a:shade val="100000"/>
                </a:srgbClr>
              </a:gs>
              <a:gs pos="99055">
                <a:srgbClr val="FFFFFF">
                  <a:shade val="93000"/>
                </a:srgbClr>
              </a:gs>
              <a:gs pos="100000">
                <a:srgbClr val="FFFFFF">
                  <a:shade val="70000"/>
                </a:srgbClr>
              </a:gs>
            </a:gsLst>
            <a:lin ang="5400000" scaled="1"/>
            <a:tileRect/>
          </a:gradFill>
          <a:ln w="2000" cap="rnd" cmpd="sng" algn="ctr">
            <a:solidFill>
              <a:srgbClr val="302F2C">
                <a:tint val="65000"/>
                <a:satMod val="120000"/>
              </a:srgbClr>
            </a:solidFill>
            <a:prstDash val="solid"/>
          </a:ln>
          <a:effectLst>
            <a:outerShdw blurRad="76200" dist="50800" dir="5400000" algn="tl" rotWithShape="0">
              <a:srgbClr val="000000">
                <a:alpha val="25000"/>
              </a:srgbClr>
            </a:outerShdw>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a:p>
        </p:txBody>
      </p:sp>
      <p:sp>
        <p:nvSpPr>
          <p:cNvPr id="2" name="Date Placeholder 1"/>
          <p:cNvSpPr>
            <a:spLocks noGrp="1"/>
          </p:cNvSpPr>
          <p:nvPr>
            <p:ph type="dt" sz="half" idx="10"/>
          </p:nvPr>
        </p:nvSpPr>
        <p:spPr/>
        <p:txBody>
          <a:bodyPr/>
          <a:lstStyle>
            <a:extLst/>
          </a:lstStyle>
          <a:p>
            <a:fld id="{A71A757D-A6B5-4CF4-B8D3-EB1B9B4F1BBD}" type="datetimeFigureOut">
              <a:rPr lang="en-SG" smtClean="0"/>
              <a:t>15/5/2026</a:t>
            </a:fld>
            <a:endParaRPr lang="en-SG"/>
          </a:p>
        </p:txBody>
      </p:sp>
      <p:sp>
        <p:nvSpPr>
          <p:cNvPr id="3" name="Footer Placeholder 2"/>
          <p:cNvSpPr>
            <a:spLocks noGrp="1"/>
          </p:cNvSpPr>
          <p:nvPr>
            <p:ph type="ftr" sz="quarter" idx="11"/>
          </p:nvPr>
        </p:nvSpPr>
        <p:spPr/>
        <p:txBody>
          <a:bodyPr/>
          <a:lstStyle>
            <a:extLst/>
          </a:lstStyle>
          <a:p>
            <a:endParaRPr lang="en-SG"/>
          </a:p>
        </p:txBody>
      </p:sp>
      <p:sp>
        <p:nvSpPr>
          <p:cNvPr id="4" name="Slide Number Placeholder 3"/>
          <p:cNvSpPr>
            <a:spLocks noGrp="1"/>
          </p:cNvSpPr>
          <p:nvPr>
            <p:ph type="sldNum" sz="quarter" idx="12"/>
          </p:nvPr>
        </p:nvSpPr>
        <p:spPr/>
        <p:txBody>
          <a:bodyPr/>
          <a:lstStyle>
            <a:extLst/>
          </a:lstStyle>
          <a:p>
            <a:fld id="{7F8B1DE3-4CFF-4411-A153-FE68D10EAB31}" type="slidenum">
              <a:rPr lang="en-SG" smtClean="0"/>
              <a:t>‹#›</a:t>
            </a:fld>
            <a:endParaRPr lang="en-SG"/>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538784" y="533400"/>
            <a:ext cx="2971800" cy="914400"/>
          </a:xfrm>
        </p:spPr>
        <p:txBody>
          <a:bodyPr anchor="b"/>
          <a:lstStyle>
            <a:lvl1pPr algn="l">
              <a:buNone/>
              <a:defRPr sz="2200" b="1">
                <a:solidFill>
                  <a:schemeClr val="accent1"/>
                </a:solidFill>
              </a:defRPr>
            </a:lvl1pPr>
            <a:extLst/>
          </a:lstStyle>
          <a:p>
            <a:r>
              <a:rPr kumimoji="0" lang="en-US" smtClean="0"/>
              <a:t>Click to edit Master title style</a:t>
            </a:r>
            <a:endParaRPr kumimoji="0" lang="en-US"/>
          </a:p>
        </p:txBody>
      </p:sp>
      <p:sp>
        <p:nvSpPr>
          <p:cNvPr id="3" name="Text Placeholder 2"/>
          <p:cNvSpPr>
            <a:spLocks noGrp="1"/>
          </p:cNvSpPr>
          <p:nvPr>
            <p:ph type="body" idx="2"/>
          </p:nvPr>
        </p:nvSpPr>
        <p:spPr>
          <a:xfrm>
            <a:off x="5538847" y="1447802"/>
            <a:ext cx="2971800" cy="4206112"/>
          </a:xfrm>
        </p:spPr>
        <p:txBody>
          <a:bodyPr lIns="91440"/>
          <a:lstStyle>
            <a:lvl1pPr marL="18288" marR="18288" indent="0">
              <a:spcBef>
                <a:spcPts val="0"/>
              </a:spcBef>
              <a:buNone/>
              <a:defRPr sz="1400">
                <a:solidFill>
                  <a:schemeClr val="tx1"/>
                </a:solidFill>
              </a:defRPr>
            </a:lvl1pPr>
            <a:lvl2pPr>
              <a:buNone/>
              <a:defRPr sz="1200">
                <a:solidFill>
                  <a:schemeClr val="tx1"/>
                </a:solidFill>
              </a:defRPr>
            </a:lvl2pPr>
            <a:lvl3pPr>
              <a:buNone/>
              <a:defRPr sz="1000">
                <a:solidFill>
                  <a:schemeClr val="tx1"/>
                </a:solidFill>
              </a:defRPr>
            </a:lvl3pPr>
            <a:lvl4pPr>
              <a:buNone/>
              <a:defRPr sz="900">
                <a:solidFill>
                  <a:schemeClr val="tx1"/>
                </a:solidFill>
              </a:defRPr>
            </a:lvl4pPr>
            <a:lvl5pPr>
              <a:buNone/>
              <a:defRPr sz="900">
                <a:solidFill>
                  <a:schemeClr val="tx1"/>
                </a:solidFill>
              </a:defRPr>
            </a:lvl5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Content Placeholder 3"/>
          <p:cNvSpPr>
            <a:spLocks noGrp="1"/>
          </p:cNvSpPr>
          <p:nvPr>
            <p:ph sz="half" idx="1"/>
          </p:nvPr>
        </p:nvSpPr>
        <p:spPr>
          <a:xfrm>
            <a:off x="761372" y="930144"/>
            <a:ext cx="4626159" cy="4724402"/>
          </a:xfrm>
        </p:spPr>
        <p:txBody>
          <a:bodyPr/>
          <a:lstStyle>
            <a:lvl1pPr>
              <a:defRPr sz="2800">
                <a:solidFill>
                  <a:schemeClr val="tx1"/>
                </a:solidFill>
              </a:defRPr>
            </a:lvl1pPr>
            <a:lvl2pPr>
              <a:defRPr sz="2600">
                <a:solidFill>
                  <a:schemeClr val="tx1"/>
                </a:solidFill>
              </a:defRPr>
            </a:lvl2pPr>
            <a:lvl3pPr>
              <a:defRPr sz="2400">
                <a:solidFill>
                  <a:schemeClr val="tx1"/>
                </a:solidFill>
              </a:defRPr>
            </a:lvl3pPr>
            <a:lvl4pPr>
              <a:defRPr sz="2000">
                <a:solidFill>
                  <a:schemeClr val="tx1"/>
                </a:solidFill>
              </a:defRPr>
            </a:lvl4pPr>
            <a:lvl5pPr>
              <a:defRPr sz="2000">
                <a:solidFill>
                  <a:schemeClr val="tx1"/>
                </a:solidFill>
              </a:defRPr>
            </a:lvl5pPr>
            <a:lvl6pPr>
              <a:buNone/>
              <a:defRPr/>
            </a:lvl6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5" name="Date Placeholder 4"/>
          <p:cNvSpPr>
            <a:spLocks noGrp="1"/>
          </p:cNvSpPr>
          <p:nvPr>
            <p:ph type="dt" sz="half" idx="10"/>
          </p:nvPr>
        </p:nvSpPr>
        <p:spPr/>
        <p:txBody>
          <a:bodyPr/>
          <a:lstStyle>
            <a:extLst/>
          </a:lstStyle>
          <a:p>
            <a:fld id="{A71A757D-A6B5-4CF4-B8D3-EB1B9B4F1BBD}" type="datetimeFigureOut">
              <a:rPr lang="en-SG" smtClean="0"/>
              <a:t>15/5/2026</a:t>
            </a:fld>
            <a:endParaRPr lang="en-SG"/>
          </a:p>
        </p:txBody>
      </p:sp>
      <p:sp>
        <p:nvSpPr>
          <p:cNvPr id="6" name="Footer Placeholder 5"/>
          <p:cNvSpPr>
            <a:spLocks noGrp="1"/>
          </p:cNvSpPr>
          <p:nvPr>
            <p:ph type="ftr" sz="quarter" idx="11"/>
          </p:nvPr>
        </p:nvSpPr>
        <p:spPr/>
        <p:txBody>
          <a:bodyPr/>
          <a:lstStyle>
            <a:extLst/>
          </a:lstStyle>
          <a:p>
            <a:endParaRPr lang="en-SG"/>
          </a:p>
        </p:txBody>
      </p:sp>
      <p:sp>
        <p:nvSpPr>
          <p:cNvPr id="7" name="Slide Number Placeholder 6"/>
          <p:cNvSpPr>
            <a:spLocks noGrp="1"/>
          </p:cNvSpPr>
          <p:nvPr>
            <p:ph type="sldNum" sz="quarter" idx="12"/>
          </p:nvPr>
        </p:nvSpPr>
        <p:spPr/>
        <p:txBody>
          <a:bodyPr/>
          <a:lstStyle>
            <a:extLst/>
          </a:lstStyle>
          <a:p>
            <a:fld id="{7F8B1DE3-4CFF-4411-A153-FE68D10EAB31}" type="slidenum">
              <a:rPr lang="en-SG" smtClean="0"/>
              <a:t>‹#›</a:t>
            </a:fld>
            <a:endParaRPr lang="en-SG"/>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15" name="Rounded Rectangle 14"/>
          <p:cNvSpPr/>
          <p:nvPr/>
        </p:nvSpPr>
        <p:spPr>
          <a:xfrm>
            <a:off x="304800" y="329184"/>
            <a:ext cx="8532055" cy="6196819"/>
          </a:xfrm>
          <a:prstGeom prst="roundRect">
            <a:avLst>
              <a:gd name="adj" fmla="val 2081"/>
            </a:avLst>
          </a:prstGeom>
          <a:gradFill flip="none" rotWithShape="1">
            <a:gsLst>
              <a:gs pos="0">
                <a:srgbClr val="FFFFFF">
                  <a:shade val="100000"/>
                </a:srgbClr>
              </a:gs>
              <a:gs pos="98000">
                <a:srgbClr val="FFFFFF">
                  <a:shade val="100000"/>
                </a:srgbClr>
              </a:gs>
              <a:gs pos="99055">
                <a:srgbClr val="FFFFFF">
                  <a:shade val="93000"/>
                </a:srgbClr>
              </a:gs>
              <a:gs pos="100000">
                <a:srgbClr val="FFFFFF">
                  <a:shade val="70000"/>
                </a:srgbClr>
              </a:gs>
            </a:gsLst>
            <a:lin ang="5400000" scaled="1"/>
            <a:tileRect/>
          </a:gradFill>
          <a:ln w="2000" cap="rnd" cmpd="sng" algn="ctr">
            <a:solidFill>
              <a:srgbClr val="302F2C">
                <a:tint val="65000"/>
                <a:satMod val="120000"/>
              </a:srgbClr>
            </a:solidFill>
            <a:prstDash val="solid"/>
          </a:ln>
          <a:effectLst>
            <a:outerShdw blurRad="76200" dist="50800" dir="5400000" algn="tl" rotWithShape="0">
              <a:srgbClr val="000000">
                <a:alpha val="25000"/>
              </a:srgbClr>
            </a:outerShdw>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a:p>
        </p:txBody>
      </p:sp>
      <p:sp>
        <p:nvSpPr>
          <p:cNvPr id="11" name="Round Single Corner Rectangle 10"/>
          <p:cNvSpPr/>
          <p:nvPr/>
        </p:nvSpPr>
        <p:spPr>
          <a:xfrm>
            <a:off x="6400800" y="434162"/>
            <a:ext cx="2324605" cy="4343400"/>
          </a:xfrm>
          <a:prstGeom prst="round1Rect">
            <a:avLst>
              <a:gd name="adj" fmla="val 2748"/>
            </a:avLst>
          </a:prstGeom>
          <a:solidFill>
            <a:srgbClr val="1C1C1C"/>
          </a:solidFill>
          <a:ln w="889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a:p>
        </p:txBody>
      </p:sp>
      <p:sp>
        <p:nvSpPr>
          <p:cNvPr id="2" name="Title 1"/>
          <p:cNvSpPr>
            <a:spLocks noGrp="1"/>
          </p:cNvSpPr>
          <p:nvPr>
            <p:ph type="title"/>
          </p:nvPr>
        </p:nvSpPr>
        <p:spPr>
          <a:xfrm>
            <a:off x="457200" y="5012056"/>
            <a:ext cx="8229600" cy="1051560"/>
          </a:xfrm>
        </p:spPr>
        <p:txBody>
          <a:bodyPr anchor="t"/>
          <a:lstStyle>
            <a:lvl1pPr algn="l">
              <a:buNone/>
              <a:defRPr sz="3600" b="0">
                <a:solidFill>
                  <a:schemeClr val="bg2">
                    <a:shade val="25000"/>
                  </a:schemeClr>
                </a:solidFill>
                <a:effectLst/>
              </a:defRPr>
            </a:lvl1pPr>
            <a:extLst/>
          </a:lstStyle>
          <a:p>
            <a:r>
              <a:rPr kumimoji="0" lang="en-US" smtClean="0"/>
              <a:t>Click to edit Master title style</a:t>
            </a:r>
            <a:endParaRPr kumimoji="0" lang="en-US"/>
          </a:p>
        </p:txBody>
      </p:sp>
      <p:sp>
        <p:nvSpPr>
          <p:cNvPr id="4" name="Text Placeholder 3"/>
          <p:cNvSpPr>
            <a:spLocks noGrp="1"/>
          </p:cNvSpPr>
          <p:nvPr>
            <p:ph type="body" sz="half" idx="2"/>
          </p:nvPr>
        </p:nvSpPr>
        <p:spPr bwMode="grayWhite">
          <a:xfrm>
            <a:off x="6462712" y="533400"/>
            <a:ext cx="2240280" cy="4211480"/>
          </a:xfrm>
        </p:spPr>
        <p:txBody>
          <a:bodyPr lIns="91440"/>
          <a:lstStyle>
            <a:lvl1pPr marL="45720" indent="0" algn="l">
              <a:spcBef>
                <a:spcPts val="0"/>
              </a:spcBef>
              <a:buNone/>
              <a:defRPr sz="1400">
                <a:solidFill>
                  <a:srgbClr val="FFFFFF"/>
                </a:solidFill>
              </a:defRPr>
            </a:lvl1pPr>
            <a:lvl2pPr>
              <a:defRPr sz="1200">
                <a:solidFill>
                  <a:srgbClr val="FFFFFF"/>
                </a:solidFill>
              </a:defRPr>
            </a:lvl2pPr>
            <a:lvl3pPr>
              <a:defRPr sz="1000">
                <a:solidFill>
                  <a:srgbClr val="FFFFFF"/>
                </a:solidFill>
              </a:defRPr>
            </a:lvl3pPr>
            <a:lvl4pPr>
              <a:defRPr sz="900">
                <a:solidFill>
                  <a:srgbClr val="FFFFFF"/>
                </a:solidFill>
              </a:defRPr>
            </a:lvl4pPr>
            <a:lvl5pPr>
              <a:defRPr sz="900">
                <a:solidFill>
                  <a:srgbClr val="FFFFFF"/>
                </a:solidFill>
              </a:defRPr>
            </a:lvl5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5" name="Date Placeholder 4"/>
          <p:cNvSpPr>
            <a:spLocks noGrp="1"/>
          </p:cNvSpPr>
          <p:nvPr>
            <p:ph type="dt" sz="half" idx="10"/>
          </p:nvPr>
        </p:nvSpPr>
        <p:spPr/>
        <p:txBody>
          <a:bodyPr/>
          <a:lstStyle>
            <a:extLst/>
          </a:lstStyle>
          <a:p>
            <a:fld id="{A71A757D-A6B5-4CF4-B8D3-EB1B9B4F1BBD}" type="datetimeFigureOut">
              <a:rPr lang="en-SG" smtClean="0"/>
              <a:t>15/5/2026</a:t>
            </a:fld>
            <a:endParaRPr lang="en-SG"/>
          </a:p>
        </p:txBody>
      </p:sp>
      <p:sp>
        <p:nvSpPr>
          <p:cNvPr id="6" name="Footer Placeholder 5"/>
          <p:cNvSpPr>
            <a:spLocks noGrp="1"/>
          </p:cNvSpPr>
          <p:nvPr>
            <p:ph type="ftr" sz="quarter" idx="11"/>
          </p:nvPr>
        </p:nvSpPr>
        <p:spPr/>
        <p:txBody>
          <a:bodyPr/>
          <a:lstStyle>
            <a:extLst/>
          </a:lstStyle>
          <a:p>
            <a:endParaRPr lang="en-SG"/>
          </a:p>
        </p:txBody>
      </p:sp>
      <p:sp>
        <p:nvSpPr>
          <p:cNvPr id="7" name="Slide Number Placeholder 6"/>
          <p:cNvSpPr>
            <a:spLocks noGrp="1"/>
          </p:cNvSpPr>
          <p:nvPr>
            <p:ph type="sldNum" sz="quarter" idx="12"/>
          </p:nvPr>
        </p:nvSpPr>
        <p:spPr/>
        <p:txBody>
          <a:bodyPr/>
          <a:lstStyle>
            <a:extLst/>
          </a:lstStyle>
          <a:p>
            <a:fld id="{7F8B1DE3-4CFF-4411-A153-FE68D10EAB31}" type="slidenum">
              <a:rPr lang="en-SG" smtClean="0"/>
              <a:t>‹#›</a:t>
            </a:fld>
            <a:endParaRPr lang="en-SG"/>
          </a:p>
        </p:txBody>
      </p:sp>
      <p:sp>
        <p:nvSpPr>
          <p:cNvPr id="3" name="Picture Placeholder 2"/>
          <p:cNvSpPr>
            <a:spLocks noGrp="1"/>
          </p:cNvSpPr>
          <p:nvPr>
            <p:ph type="pic" idx="1"/>
          </p:nvPr>
        </p:nvSpPr>
        <p:spPr>
          <a:xfrm>
            <a:off x="421480" y="435768"/>
            <a:ext cx="5925312" cy="4343400"/>
          </a:xfrm>
          <a:prstGeom prst="snipRoundRect">
            <a:avLst>
              <a:gd name="adj1" fmla="val 1040"/>
              <a:gd name="adj2" fmla="val 0"/>
            </a:avLst>
          </a:prstGeom>
          <a:solidFill>
            <a:schemeClr val="bg2">
              <a:shade val="10000"/>
            </a:schemeClr>
          </a:solidFill>
        </p:spPr>
        <p:txBody>
          <a:bodyPr/>
          <a:lstStyle>
            <a:lvl1pPr marL="0" indent="0">
              <a:buNone/>
              <a:defRPr sz="3200"/>
            </a:lvl1pPr>
            <a:extLst/>
          </a:lstStyle>
          <a:p>
            <a:r>
              <a:rPr kumimoji="0" lang="en-US" smtClean="0"/>
              <a:t>Click icon to add picture</a:t>
            </a:r>
            <a:endParaRPr kumimoji="0"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502920" y="4983480"/>
            <a:ext cx="8183880" cy="1051560"/>
          </a:xfrm>
        </p:spPr>
        <p:txBody>
          <a:bodyPr/>
          <a:lstStyle>
            <a:extLst/>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a:xfrm>
            <a:off x="502920" y="530352"/>
            <a:ext cx="8183880" cy="4187952"/>
          </a:xfrm>
        </p:spPr>
        <p:txBody>
          <a:bodyPr vert="eaVert"/>
          <a:lstStyle>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extLst/>
          </a:lstStyle>
          <a:p>
            <a:fld id="{A71A757D-A6B5-4CF4-B8D3-EB1B9B4F1BBD}" type="datetimeFigureOut">
              <a:rPr lang="en-SG" smtClean="0"/>
              <a:t>15/5/2026</a:t>
            </a:fld>
            <a:endParaRPr lang="en-SG"/>
          </a:p>
        </p:txBody>
      </p:sp>
      <p:sp>
        <p:nvSpPr>
          <p:cNvPr id="5" name="Footer Placeholder 4"/>
          <p:cNvSpPr>
            <a:spLocks noGrp="1"/>
          </p:cNvSpPr>
          <p:nvPr>
            <p:ph type="ftr" sz="quarter" idx="11"/>
          </p:nvPr>
        </p:nvSpPr>
        <p:spPr/>
        <p:txBody>
          <a:bodyPr/>
          <a:lstStyle>
            <a:extLst/>
          </a:lstStyle>
          <a:p>
            <a:endParaRPr lang="en-SG"/>
          </a:p>
        </p:txBody>
      </p:sp>
      <p:sp>
        <p:nvSpPr>
          <p:cNvPr id="6" name="Slide Number Placeholder 5"/>
          <p:cNvSpPr>
            <a:spLocks noGrp="1"/>
          </p:cNvSpPr>
          <p:nvPr>
            <p:ph type="sldNum" sz="quarter" idx="12"/>
          </p:nvPr>
        </p:nvSpPr>
        <p:spPr/>
        <p:txBody>
          <a:bodyPr/>
          <a:lstStyle>
            <a:extLst/>
          </a:lstStyle>
          <a:p>
            <a:fld id="{7F8B1DE3-4CFF-4411-A153-FE68D10EAB31}" type="slidenum">
              <a:rPr lang="en-SG" smtClean="0"/>
              <a:t>‹#›</a:t>
            </a:fld>
            <a:endParaRPr lang="en-SG"/>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533404"/>
            <a:ext cx="1981200" cy="5257799"/>
          </a:xfrm>
        </p:spPr>
        <p:txBody>
          <a:bodyPr vert="eaVert"/>
          <a:lstStyle>
            <a:extLst/>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a:xfrm>
            <a:off x="533400" y="533402"/>
            <a:ext cx="5943600" cy="5257801"/>
          </a:xfrm>
        </p:spPr>
        <p:txBody>
          <a:bodyPr vert="eaVert"/>
          <a:lstStyle>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extLst/>
          </a:lstStyle>
          <a:p>
            <a:fld id="{A71A757D-A6B5-4CF4-B8D3-EB1B9B4F1BBD}" type="datetimeFigureOut">
              <a:rPr lang="en-SG" smtClean="0"/>
              <a:t>15/5/2026</a:t>
            </a:fld>
            <a:endParaRPr lang="en-SG"/>
          </a:p>
        </p:txBody>
      </p:sp>
      <p:sp>
        <p:nvSpPr>
          <p:cNvPr id="5" name="Footer Placeholder 4"/>
          <p:cNvSpPr>
            <a:spLocks noGrp="1"/>
          </p:cNvSpPr>
          <p:nvPr>
            <p:ph type="ftr" sz="quarter" idx="11"/>
          </p:nvPr>
        </p:nvSpPr>
        <p:spPr/>
        <p:txBody>
          <a:bodyPr/>
          <a:lstStyle>
            <a:extLst/>
          </a:lstStyle>
          <a:p>
            <a:endParaRPr lang="en-SG"/>
          </a:p>
        </p:txBody>
      </p:sp>
      <p:sp>
        <p:nvSpPr>
          <p:cNvPr id="6" name="Slide Number Placeholder 5"/>
          <p:cNvSpPr>
            <a:spLocks noGrp="1"/>
          </p:cNvSpPr>
          <p:nvPr>
            <p:ph type="sldNum" sz="quarter" idx="12"/>
          </p:nvPr>
        </p:nvSpPr>
        <p:spPr/>
        <p:txBody>
          <a:bodyPr/>
          <a:lstStyle>
            <a:extLst/>
          </a:lstStyle>
          <a:p>
            <a:fld id="{7F8B1DE3-4CFF-4411-A153-FE68D10EAB31}" type="slidenum">
              <a:rPr lang="en-SG" smtClean="0"/>
              <a:t>‹#›</a:t>
            </a:fld>
            <a:endParaRPr lang="en-SG"/>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2"/>
      </p:bgRef>
    </p:bg>
    <p:spTree>
      <p:nvGrpSpPr>
        <p:cNvPr id="1" name=""/>
        <p:cNvGrpSpPr/>
        <p:nvPr/>
      </p:nvGrpSpPr>
      <p:grpSpPr>
        <a:xfrm>
          <a:off x="0" y="0"/>
          <a:ext cx="0" cy="0"/>
          <a:chOff x="0" y="0"/>
          <a:chExt cx="0" cy="0"/>
        </a:xfrm>
      </p:grpSpPr>
      <p:sp>
        <p:nvSpPr>
          <p:cNvPr id="7" name="Rounded Rectangle 6"/>
          <p:cNvSpPr/>
          <p:nvPr/>
        </p:nvSpPr>
        <p:spPr>
          <a:xfrm>
            <a:off x="304800" y="329184"/>
            <a:ext cx="8532055" cy="6196819"/>
          </a:xfrm>
          <a:prstGeom prst="roundRect">
            <a:avLst>
              <a:gd name="adj" fmla="val 2081"/>
            </a:avLst>
          </a:prstGeom>
          <a:gradFill flip="none" rotWithShape="1">
            <a:gsLst>
              <a:gs pos="0">
                <a:srgbClr val="FFFFFF">
                  <a:shade val="100000"/>
                </a:srgbClr>
              </a:gs>
              <a:gs pos="98000">
                <a:srgbClr val="FFFFFF">
                  <a:shade val="100000"/>
                </a:srgbClr>
              </a:gs>
              <a:gs pos="99055">
                <a:srgbClr val="FFFFFF">
                  <a:shade val="93000"/>
                </a:srgbClr>
              </a:gs>
              <a:gs pos="100000">
                <a:srgbClr val="FFFFFF">
                  <a:shade val="70000"/>
                </a:srgbClr>
              </a:gs>
            </a:gsLst>
            <a:lin ang="5400000" scaled="1"/>
            <a:tileRect/>
          </a:gradFill>
          <a:ln w="2000" cap="rnd" cmpd="sng" algn="ctr">
            <a:solidFill>
              <a:srgbClr val="302F2C">
                <a:tint val="65000"/>
                <a:satMod val="120000"/>
              </a:srgbClr>
            </a:solidFill>
            <a:prstDash val="solid"/>
          </a:ln>
          <a:effectLst>
            <a:outerShdw blurRad="76200" dist="50800" dir="5400000" algn="tl" rotWithShape="0">
              <a:srgbClr val="000000">
                <a:alpha val="25000"/>
              </a:srgbClr>
            </a:outerShdw>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a:p>
        </p:txBody>
      </p:sp>
      <p:sp>
        <p:nvSpPr>
          <p:cNvPr id="9" name="Rounded Rectangle 8"/>
          <p:cNvSpPr/>
          <p:nvPr/>
        </p:nvSpPr>
        <p:spPr>
          <a:xfrm>
            <a:off x="418596" y="434162"/>
            <a:ext cx="8306809" cy="5486400"/>
          </a:xfrm>
          <a:prstGeom prst="roundRect">
            <a:avLst>
              <a:gd name="adj" fmla="val 2127"/>
            </a:avLst>
          </a:prstGeom>
          <a:gradFill rotWithShape="1">
            <a:gsLst>
              <a:gs pos="0">
                <a:schemeClr val="bg1">
                  <a:tint val="75000"/>
                  <a:satMod val="150000"/>
                </a:schemeClr>
              </a:gs>
              <a:gs pos="55000">
                <a:schemeClr val="bg1">
                  <a:shade val="75000"/>
                  <a:satMod val="100000"/>
                </a:schemeClr>
              </a:gs>
              <a:gs pos="100000">
                <a:schemeClr val="bg1">
                  <a:shade val="35000"/>
                  <a:satMod val="100000"/>
                </a:schemeClr>
              </a:gs>
            </a:gsLst>
            <a:path path="circle">
              <a:fillToRect l="50000" t="175000" r="50000" b="-75000"/>
            </a:path>
          </a:gradFill>
          <a:ln w="889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a:p>
        </p:txBody>
      </p:sp>
      <p:sp>
        <p:nvSpPr>
          <p:cNvPr id="13" name="Title Placeholder 12"/>
          <p:cNvSpPr>
            <a:spLocks noGrp="1"/>
          </p:cNvSpPr>
          <p:nvPr>
            <p:ph type="title"/>
          </p:nvPr>
        </p:nvSpPr>
        <p:spPr>
          <a:xfrm>
            <a:off x="502920" y="4985590"/>
            <a:ext cx="8183880" cy="1051560"/>
          </a:xfrm>
          <a:prstGeom prst="rect">
            <a:avLst/>
          </a:prstGeom>
        </p:spPr>
        <p:txBody>
          <a:bodyPr vert="horz" anchor="b">
            <a:normAutofit/>
          </a:bodyPr>
          <a:lstStyle>
            <a:extLst/>
          </a:lstStyle>
          <a:p>
            <a:r>
              <a:rPr kumimoji="0" lang="en-US" smtClean="0"/>
              <a:t>Click to edit Master title style</a:t>
            </a:r>
            <a:endParaRPr kumimoji="0" lang="en-US"/>
          </a:p>
        </p:txBody>
      </p:sp>
      <p:sp>
        <p:nvSpPr>
          <p:cNvPr id="4" name="Text Placeholder 3"/>
          <p:cNvSpPr>
            <a:spLocks noGrp="1"/>
          </p:cNvSpPr>
          <p:nvPr>
            <p:ph type="body" idx="1"/>
          </p:nvPr>
        </p:nvSpPr>
        <p:spPr>
          <a:xfrm>
            <a:off x="502920" y="530352"/>
            <a:ext cx="8183880" cy="4187952"/>
          </a:xfrm>
          <a:prstGeom prst="rect">
            <a:avLst/>
          </a:prstGeom>
        </p:spPr>
        <p:txBody>
          <a:bodyPr vert="horz" lIns="182880" tIns="91440">
            <a:normAutofit/>
          </a:bodyPr>
          <a:lstStyle>
            <a:extLst/>
          </a:lstStyle>
          <a:p>
            <a:pPr lvl="0" eaLnBrk="1" latinLnBrk="0" hangingPunct="1"/>
            <a:r>
              <a:rPr kumimoji="0" lang="en-US" smtClean="0"/>
              <a:t>Click to edit Master text styles</a:t>
            </a:r>
          </a:p>
          <a:p>
            <a:pPr lvl="1" eaLnBrk="1" latinLnBrk="0" hangingPunct="1"/>
            <a:r>
              <a:rPr kumimoji="0" lang="en-US" smtClean="0"/>
              <a:t>Second level</a:t>
            </a:r>
          </a:p>
          <a:p>
            <a:pPr lvl="2" eaLnBrk="1" latinLnBrk="0" hangingPunct="1"/>
            <a:r>
              <a:rPr kumimoji="0" lang="en-US" smtClean="0"/>
              <a:t>Third level</a:t>
            </a:r>
          </a:p>
          <a:p>
            <a:pPr lvl="3" eaLnBrk="1" latinLnBrk="0" hangingPunct="1"/>
            <a:r>
              <a:rPr kumimoji="0" lang="en-US" smtClean="0"/>
              <a:t>Fourth level</a:t>
            </a:r>
          </a:p>
          <a:p>
            <a:pPr lvl="4" eaLnBrk="1" latinLnBrk="0" hangingPunct="1"/>
            <a:r>
              <a:rPr kumimoji="0" lang="en-US" smtClean="0"/>
              <a:t>Fifth level</a:t>
            </a:r>
            <a:endParaRPr kumimoji="0" lang="en-US"/>
          </a:p>
        </p:txBody>
      </p:sp>
      <p:sp>
        <p:nvSpPr>
          <p:cNvPr id="25" name="Date Placeholder 24"/>
          <p:cNvSpPr>
            <a:spLocks noGrp="1"/>
          </p:cNvSpPr>
          <p:nvPr>
            <p:ph type="dt" sz="half" idx="2"/>
          </p:nvPr>
        </p:nvSpPr>
        <p:spPr>
          <a:xfrm>
            <a:off x="3776328" y="6111875"/>
            <a:ext cx="2286000" cy="365125"/>
          </a:xfrm>
          <a:prstGeom prst="rect">
            <a:avLst/>
          </a:prstGeom>
        </p:spPr>
        <p:txBody>
          <a:bodyPr vert="horz" anchor="b"/>
          <a:lstStyle>
            <a:lvl1pPr algn="r" eaLnBrk="1" latinLnBrk="0" hangingPunct="1">
              <a:defRPr kumimoji="0" sz="1000">
                <a:solidFill>
                  <a:schemeClr val="bg2">
                    <a:shade val="50000"/>
                  </a:schemeClr>
                </a:solidFill>
              </a:defRPr>
            </a:lvl1pPr>
            <a:extLst/>
          </a:lstStyle>
          <a:p>
            <a:fld id="{A71A757D-A6B5-4CF4-B8D3-EB1B9B4F1BBD}" type="datetimeFigureOut">
              <a:rPr lang="en-SG" smtClean="0"/>
              <a:t>15/5/2026</a:t>
            </a:fld>
            <a:endParaRPr lang="en-SG"/>
          </a:p>
        </p:txBody>
      </p:sp>
      <p:sp>
        <p:nvSpPr>
          <p:cNvPr id="18" name="Footer Placeholder 17"/>
          <p:cNvSpPr>
            <a:spLocks noGrp="1"/>
          </p:cNvSpPr>
          <p:nvPr>
            <p:ph type="ftr" sz="quarter" idx="3"/>
          </p:nvPr>
        </p:nvSpPr>
        <p:spPr>
          <a:xfrm>
            <a:off x="6062328" y="6111875"/>
            <a:ext cx="2286000" cy="365125"/>
          </a:xfrm>
          <a:prstGeom prst="rect">
            <a:avLst/>
          </a:prstGeom>
        </p:spPr>
        <p:txBody>
          <a:bodyPr vert="horz" anchor="b"/>
          <a:lstStyle>
            <a:lvl1pPr algn="l" eaLnBrk="1" latinLnBrk="0" hangingPunct="1">
              <a:defRPr kumimoji="0" sz="1000">
                <a:solidFill>
                  <a:schemeClr val="bg2">
                    <a:shade val="50000"/>
                  </a:schemeClr>
                </a:solidFill>
              </a:defRPr>
            </a:lvl1pPr>
            <a:extLst/>
          </a:lstStyle>
          <a:p>
            <a:endParaRPr lang="en-SG"/>
          </a:p>
        </p:txBody>
      </p:sp>
      <p:sp>
        <p:nvSpPr>
          <p:cNvPr id="5" name="Slide Number Placeholder 4"/>
          <p:cNvSpPr>
            <a:spLocks noGrp="1"/>
          </p:cNvSpPr>
          <p:nvPr>
            <p:ph type="sldNum" sz="quarter" idx="4"/>
          </p:nvPr>
        </p:nvSpPr>
        <p:spPr>
          <a:xfrm>
            <a:off x="8348328" y="6111875"/>
            <a:ext cx="457200" cy="365125"/>
          </a:xfrm>
          <a:prstGeom prst="rect">
            <a:avLst/>
          </a:prstGeom>
        </p:spPr>
        <p:txBody>
          <a:bodyPr vert="horz" anchor="b"/>
          <a:lstStyle>
            <a:lvl1pPr algn="r" eaLnBrk="1" latinLnBrk="0" hangingPunct="1">
              <a:defRPr kumimoji="0" sz="1000">
                <a:solidFill>
                  <a:schemeClr val="bg2">
                    <a:shade val="50000"/>
                  </a:schemeClr>
                </a:solidFill>
              </a:defRPr>
            </a:lvl1pPr>
            <a:extLst/>
          </a:lstStyle>
          <a:p>
            <a:fld id="{7F8B1DE3-4CFF-4411-A153-FE68D10EAB31}" type="slidenum">
              <a:rPr lang="en-SG" smtClean="0"/>
              <a:t>‹#›</a:t>
            </a:fld>
            <a:endParaRPr lang="en-SG"/>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rtl="0" eaLnBrk="1" latinLnBrk="0" hangingPunct="1">
        <a:spcBef>
          <a:spcPct val="0"/>
        </a:spcBef>
        <a:buNone/>
        <a:defRPr kumimoji="0" sz="3600" b="1" kern="1200">
          <a:solidFill>
            <a:schemeClr val="accent1">
              <a:tint val="88000"/>
              <a:satMod val="150000"/>
            </a:schemeClr>
          </a:solidFill>
          <a:effectLst>
            <a:outerShdw blurRad="53975" dist="22860" dir="5400000" algn="tl" rotWithShape="0">
              <a:srgbClr val="000000">
                <a:alpha val="55000"/>
              </a:srgbClr>
            </a:outerShdw>
          </a:effectLst>
          <a:latin typeface="+mj-lt"/>
          <a:ea typeface="+mj-ea"/>
          <a:cs typeface="+mj-cs"/>
        </a:defRPr>
      </a:lvl1pPr>
      <a:extLst/>
    </p:titleStyle>
    <p:bodyStyle>
      <a:lvl1pPr marL="265176" indent="-265176" algn="l" rtl="0" eaLnBrk="1" latinLnBrk="0" hangingPunct="1">
        <a:spcBef>
          <a:spcPts val="250"/>
        </a:spcBef>
        <a:buClr>
          <a:schemeClr val="accent1"/>
        </a:buClr>
        <a:buSzPct val="80000"/>
        <a:buFont typeface="Wingdings 2"/>
        <a:buChar char=""/>
        <a:defRPr kumimoji="0" sz="2800" kern="1200">
          <a:solidFill>
            <a:schemeClr val="tx1"/>
          </a:solidFill>
          <a:effectLst/>
          <a:latin typeface="+mn-lt"/>
          <a:ea typeface="+mn-ea"/>
          <a:cs typeface="+mn-cs"/>
        </a:defRPr>
      </a:lvl1pPr>
      <a:lvl2pPr marL="548640" indent="-201168" algn="l" rtl="0" eaLnBrk="1" latinLnBrk="0" hangingPunct="1">
        <a:spcBef>
          <a:spcPts val="250"/>
        </a:spcBef>
        <a:buClr>
          <a:schemeClr val="accent1"/>
        </a:buClr>
        <a:buSzPct val="100000"/>
        <a:buFont typeface="Verdana"/>
        <a:buChar char="◦"/>
        <a:defRPr kumimoji="0" sz="2400" kern="1200">
          <a:solidFill>
            <a:schemeClr val="tx1"/>
          </a:solidFill>
          <a:latin typeface="+mn-lt"/>
          <a:ea typeface="+mn-ea"/>
          <a:cs typeface="+mn-cs"/>
        </a:defRPr>
      </a:lvl2pPr>
      <a:lvl3pPr marL="786384" indent="-182880" algn="l" rtl="0" eaLnBrk="1" latinLnBrk="0" hangingPunct="1">
        <a:spcBef>
          <a:spcPts val="250"/>
        </a:spcBef>
        <a:buClr>
          <a:schemeClr val="accent2">
            <a:tint val="85000"/>
            <a:satMod val="285000"/>
          </a:schemeClr>
        </a:buClr>
        <a:buSzPct val="100000"/>
        <a:buFont typeface="Wingdings 2"/>
        <a:buChar char=""/>
        <a:defRPr kumimoji="0" sz="2200" kern="1200">
          <a:solidFill>
            <a:schemeClr val="tx1"/>
          </a:solidFill>
          <a:latin typeface="+mn-lt"/>
          <a:ea typeface="+mn-ea"/>
          <a:cs typeface="+mn-cs"/>
        </a:defRPr>
      </a:lvl3pPr>
      <a:lvl4pPr marL="1024128" indent="-182880" algn="l" rtl="0" eaLnBrk="1" latinLnBrk="0" hangingPunct="1">
        <a:spcBef>
          <a:spcPts val="230"/>
        </a:spcBef>
        <a:buClr>
          <a:schemeClr val="accent2">
            <a:tint val="85000"/>
            <a:satMod val="285000"/>
          </a:schemeClr>
        </a:buClr>
        <a:buSzPct val="112000"/>
        <a:buFont typeface="Verdana"/>
        <a:buChar char="◦"/>
        <a:defRPr kumimoji="0" sz="1900" kern="1200">
          <a:solidFill>
            <a:schemeClr val="tx1"/>
          </a:solidFill>
          <a:latin typeface="+mn-lt"/>
          <a:ea typeface="+mn-ea"/>
          <a:cs typeface="+mn-cs"/>
        </a:defRPr>
      </a:lvl4pPr>
      <a:lvl5pPr marL="1280160" indent="-182880" algn="l" rtl="0" eaLnBrk="1" latinLnBrk="0" hangingPunct="1">
        <a:spcBef>
          <a:spcPts val="250"/>
        </a:spcBef>
        <a:buClr>
          <a:schemeClr val="accent3">
            <a:tint val="85000"/>
            <a:satMod val="275000"/>
          </a:schemeClr>
        </a:buClr>
        <a:buSzPct val="100000"/>
        <a:buFont typeface="Wingdings 2"/>
        <a:buChar char=""/>
        <a:defRPr kumimoji="0" sz="1800" kern="1200">
          <a:solidFill>
            <a:schemeClr val="tx1"/>
          </a:solidFill>
          <a:latin typeface="+mn-lt"/>
          <a:ea typeface="+mn-ea"/>
          <a:cs typeface="+mn-cs"/>
        </a:defRPr>
      </a:lvl5pPr>
      <a:lvl6pPr marL="1490472" indent="-182880" algn="l" rtl="0" eaLnBrk="1" latinLnBrk="0" hangingPunct="1">
        <a:spcBef>
          <a:spcPts val="250"/>
        </a:spcBef>
        <a:buClr>
          <a:schemeClr val="accent3">
            <a:tint val="85000"/>
            <a:satMod val="275000"/>
          </a:schemeClr>
        </a:buClr>
        <a:buSzPct val="100000"/>
        <a:buFont typeface="Verdana"/>
        <a:buChar char="◦"/>
        <a:defRPr kumimoji="0" sz="1700" kern="1200" baseline="0">
          <a:solidFill>
            <a:schemeClr val="tx1"/>
          </a:solidFill>
          <a:latin typeface="+mn-lt"/>
          <a:ea typeface="+mn-ea"/>
          <a:cs typeface="+mn-cs"/>
        </a:defRPr>
      </a:lvl6pPr>
      <a:lvl7pPr marL="1700784" indent="-182880" algn="l" rtl="0" eaLnBrk="1" latinLnBrk="0" hangingPunct="1">
        <a:spcBef>
          <a:spcPts val="255"/>
        </a:spcBef>
        <a:buClr>
          <a:schemeClr val="accent3">
            <a:tint val="85000"/>
            <a:satMod val="275000"/>
          </a:schemeClr>
        </a:buClr>
        <a:buSzPct val="100000"/>
        <a:buFont typeface="Wingdings 2"/>
        <a:buChar char=""/>
        <a:defRPr kumimoji="0" sz="1500" kern="1200">
          <a:solidFill>
            <a:schemeClr val="tx1"/>
          </a:solidFill>
          <a:latin typeface="+mn-lt"/>
          <a:ea typeface="+mn-ea"/>
          <a:cs typeface="+mn-cs"/>
        </a:defRPr>
      </a:lvl7pPr>
      <a:lvl8pPr marL="1920240" indent="-182880" algn="l" rtl="0" eaLnBrk="1" latinLnBrk="0" hangingPunct="1">
        <a:spcBef>
          <a:spcPts val="257"/>
        </a:spcBef>
        <a:buClr>
          <a:schemeClr val="accent3">
            <a:tint val="85000"/>
            <a:satMod val="275000"/>
          </a:schemeClr>
        </a:buClr>
        <a:buSzPct val="100000"/>
        <a:buFont typeface="Verdana"/>
        <a:buChar char="◦"/>
        <a:defRPr kumimoji="0" sz="1500" kern="1200" baseline="0">
          <a:solidFill>
            <a:schemeClr val="tx1"/>
          </a:solidFill>
          <a:latin typeface="+mn-lt"/>
          <a:ea typeface="+mn-ea"/>
          <a:cs typeface="+mn-cs"/>
        </a:defRPr>
      </a:lvl8pPr>
      <a:lvl9pPr marL="2148840" indent="-182880" algn="l" rtl="0" eaLnBrk="1" latinLnBrk="0" hangingPunct="1">
        <a:spcBef>
          <a:spcPts val="255"/>
        </a:spcBef>
        <a:buClr>
          <a:schemeClr val="accent3">
            <a:tint val="85000"/>
            <a:satMod val="275000"/>
          </a:schemeClr>
        </a:buClr>
        <a:buSzPct val="100000"/>
        <a:buFont typeface="Wingdings 2"/>
        <a:buChar char=""/>
        <a:defRPr kumimoji="0" sz="1500" kern="1200">
          <a:solidFill>
            <a:schemeClr val="tx1"/>
          </a:solidFill>
          <a:latin typeface="+mn-lt"/>
          <a:ea typeface="+mn-ea"/>
          <a:cs typeface="+mn-cs"/>
        </a:defRPr>
      </a:lvl9pPr>
      <a:extLst/>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a:extLst/>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p:cNvSpPr txBox="1"/>
          <p:nvPr/>
        </p:nvSpPr>
        <p:spPr>
          <a:xfrm>
            <a:off x="755576" y="451113"/>
            <a:ext cx="7560839" cy="5786199"/>
          </a:xfrm>
          <a:prstGeom prst="rect">
            <a:avLst/>
          </a:prstGeom>
          <a:noFill/>
        </p:spPr>
        <p:txBody>
          <a:bodyPr wrap="square" rtlCol="0">
            <a:spAutoFit/>
          </a:bodyPr>
          <a:lstStyle/>
          <a:p>
            <a:r>
              <a:rPr lang="en-GB" sz="2800" b="1" dirty="0" smtClean="0"/>
              <a:t>Scenario</a:t>
            </a:r>
          </a:p>
          <a:p>
            <a:endParaRPr lang="en-GB" b="1" dirty="0"/>
          </a:p>
          <a:p>
            <a:r>
              <a:rPr lang="en-GB" dirty="0" smtClean="0"/>
              <a:t>You’re </a:t>
            </a:r>
            <a:r>
              <a:rPr lang="en-GB" dirty="0"/>
              <a:t>the first cybersecurity professional hired by a growing business</a:t>
            </a:r>
            <a:r>
              <a:rPr lang="en-GB" dirty="0" smtClean="0"/>
              <a:t>.</a:t>
            </a:r>
          </a:p>
          <a:p>
            <a:endParaRPr lang="en-GB" dirty="0"/>
          </a:p>
          <a:p>
            <a:r>
              <a:rPr lang="en-GB" dirty="0"/>
              <a:t>Recently, a deposit was made from the business to an unknown bank account. The finance manager says they didn’t make a mistake. Fortunately, they were able to stop the payment. The owner has asked you to investigate what happened to prevent any future incidents</a:t>
            </a:r>
            <a:r>
              <a:rPr lang="en-GB" dirty="0" smtClean="0"/>
              <a:t>.</a:t>
            </a:r>
          </a:p>
          <a:p>
            <a:endParaRPr lang="en-GB" dirty="0"/>
          </a:p>
          <a:p>
            <a:r>
              <a:rPr lang="en-GB" dirty="0"/>
              <a:t>To do this, you’ll need to do some accounting on the incident to better understand what happened. First, you will review the access log of the incident. Next, you will take notes that can help you identify a possible threat actor. Then, you will spot issues with the access controls that were exploited by the user. Finally, you will recommend mitigations that can improve the business' access controls and reduce the likelihood that this incident reoccurs.</a:t>
            </a:r>
          </a:p>
          <a:p>
            <a:endParaRPr lang="en-SG" dirty="0"/>
          </a:p>
        </p:txBody>
      </p:sp>
    </p:spTree>
    <p:extLst>
      <p:ext uri="{BB962C8B-B14F-4D97-AF65-F5344CB8AC3E}">
        <p14:creationId xmlns:p14="http://schemas.microsoft.com/office/powerpoint/2010/main" val="284969918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Table 5"/>
          <p:cNvGraphicFramePr>
            <a:graphicFrameLocks noGrp="1"/>
          </p:cNvGraphicFramePr>
          <p:nvPr>
            <p:extLst>
              <p:ext uri="{D42A27DB-BD31-4B8C-83A1-F6EECF244321}">
                <p14:modId xmlns:p14="http://schemas.microsoft.com/office/powerpoint/2010/main" val="2073680346"/>
              </p:ext>
            </p:extLst>
          </p:nvPr>
        </p:nvGraphicFramePr>
        <p:xfrm>
          <a:off x="395536" y="1412776"/>
          <a:ext cx="8352928" cy="5271446"/>
        </p:xfrm>
        <a:graphic>
          <a:graphicData uri="http://schemas.openxmlformats.org/drawingml/2006/table">
            <a:tbl>
              <a:tblPr>
                <a:tableStyleId>{5C22544A-7EE6-4342-B048-85BDC9FD1C3A}</a:tableStyleId>
              </a:tblPr>
              <a:tblGrid>
                <a:gridCol w="1512168"/>
                <a:gridCol w="2376264"/>
                <a:gridCol w="2160240"/>
                <a:gridCol w="2304256"/>
              </a:tblGrid>
              <a:tr h="504056">
                <a:tc>
                  <a:txBody>
                    <a:bodyPr/>
                    <a:lstStyle/>
                    <a:p>
                      <a:pPr>
                        <a:lnSpc>
                          <a:spcPct val="115000"/>
                        </a:lnSpc>
                        <a:spcAft>
                          <a:spcPts val="0"/>
                        </a:spcAft>
                      </a:pPr>
                      <a:r>
                        <a:rPr lang="en-SG" sz="1400" dirty="0">
                          <a:effectLst/>
                        </a:rPr>
                        <a:t> </a:t>
                      </a:r>
                      <a:endParaRPr lang="en-SG" sz="1400" dirty="0">
                        <a:effectLst/>
                        <a:latin typeface="Arial"/>
                        <a:ea typeface="Arial"/>
                      </a:endParaRPr>
                    </a:p>
                  </a:txBody>
                  <a:tcPr marL="63500" marR="63500" marT="63500" marB="63500"/>
                </a:tc>
                <a:tc>
                  <a:txBody>
                    <a:bodyPr/>
                    <a:lstStyle/>
                    <a:p>
                      <a:pPr algn="ctr">
                        <a:lnSpc>
                          <a:spcPct val="115000"/>
                        </a:lnSpc>
                        <a:spcBef>
                          <a:spcPts val="1600"/>
                        </a:spcBef>
                        <a:spcAft>
                          <a:spcPts val="400"/>
                        </a:spcAft>
                      </a:pPr>
                      <a:r>
                        <a:rPr lang="en-SG" sz="1400" dirty="0">
                          <a:effectLst/>
                        </a:rPr>
                        <a:t>Note(s)</a:t>
                      </a:r>
                      <a:endParaRPr lang="en-SG" sz="1400" b="1" dirty="0">
                        <a:solidFill>
                          <a:srgbClr val="434343"/>
                        </a:solidFill>
                        <a:effectLst/>
                        <a:latin typeface="Arial"/>
                      </a:endParaRPr>
                    </a:p>
                  </a:txBody>
                  <a:tcPr marL="63500" marR="63500" marT="63500" marB="63500" anchor="ctr"/>
                </a:tc>
                <a:tc>
                  <a:txBody>
                    <a:bodyPr/>
                    <a:lstStyle/>
                    <a:p>
                      <a:pPr algn="ctr">
                        <a:lnSpc>
                          <a:spcPct val="115000"/>
                        </a:lnSpc>
                        <a:spcBef>
                          <a:spcPts val="1600"/>
                        </a:spcBef>
                        <a:spcAft>
                          <a:spcPts val="400"/>
                        </a:spcAft>
                      </a:pPr>
                      <a:r>
                        <a:rPr lang="en-SG" sz="1400" dirty="0">
                          <a:effectLst/>
                        </a:rPr>
                        <a:t>Issue(s)</a:t>
                      </a:r>
                      <a:endParaRPr lang="en-SG" sz="1400" b="1" dirty="0">
                        <a:solidFill>
                          <a:srgbClr val="434343"/>
                        </a:solidFill>
                        <a:effectLst/>
                        <a:latin typeface="Arial"/>
                      </a:endParaRPr>
                    </a:p>
                  </a:txBody>
                  <a:tcPr marL="63500" marR="63500" marT="63500" marB="63500" anchor="ctr"/>
                </a:tc>
                <a:tc>
                  <a:txBody>
                    <a:bodyPr/>
                    <a:lstStyle/>
                    <a:p>
                      <a:pPr algn="ctr">
                        <a:lnSpc>
                          <a:spcPct val="115000"/>
                        </a:lnSpc>
                        <a:spcBef>
                          <a:spcPts val="1600"/>
                        </a:spcBef>
                        <a:spcAft>
                          <a:spcPts val="400"/>
                        </a:spcAft>
                      </a:pPr>
                      <a:r>
                        <a:rPr lang="en-SG" sz="1400" dirty="0">
                          <a:effectLst/>
                        </a:rPr>
                        <a:t>Recommendation(s)</a:t>
                      </a:r>
                      <a:endParaRPr lang="en-SG" sz="1400" b="1" dirty="0">
                        <a:solidFill>
                          <a:srgbClr val="434343"/>
                        </a:solidFill>
                        <a:effectLst/>
                        <a:latin typeface="Arial"/>
                      </a:endParaRPr>
                    </a:p>
                  </a:txBody>
                  <a:tcPr marL="63500" marR="63500" marT="63500" marB="63500" anchor="ctr"/>
                </a:tc>
              </a:tr>
              <a:tr h="2008265">
                <a:tc>
                  <a:txBody>
                    <a:bodyPr/>
                    <a:lstStyle/>
                    <a:p>
                      <a:pPr>
                        <a:lnSpc>
                          <a:spcPct val="115000"/>
                        </a:lnSpc>
                        <a:spcAft>
                          <a:spcPts val="0"/>
                        </a:spcAft>
                      </a:pPr>
                      <a:r>
                        <a:rPr lang="en-SG" sz="1400" dirty="0">
                          <a:effectLst/>
                        </a:rPr>
                        <a:t>Authorization /authentication</a:t>
                      </a:r>
                      <a:endParaRPr lang="en-SG" sz="1400" dirty="0">
                        <a:effectLst/>
                        <a:latin typeface="Arial"/>
                        <a:ea typeface="Arial"/>
                      </a:endParaRPr>
                    </a:p>
                  </a:txBody>
                  <a:tcPr marL="62865" marR="62865" marT="62865" marB="62865" anchor="ctr"/>
                </a:tc>
                <a:tc>
                  <a:txBody>
                    <a:bodyPr/>
                    <a:lstStyle/>
                    <a:p>
                      <a:pPr>
                        <a:lnSpc>
                          <a:spcPct val="115000"/>
                        </a:lnSpc>
                        <a:spcAft>
                          <a:spcPts val="0"/>
                        </a:spcAft>
                      </a:pPr>
                      <a:r>
                        <a:rPr lang="en-SG" sz="1400" dirty="0">
                          <a:effectLst/>
                        </a:rPr>
                        <a:t>Objective: Make 1-2 notes of information that can help identify the threat:</a:t>
                      </a:r>
                    </a:p>
                    <a:p>
                      <a:pPr marL="342900" lvl="0" indent="-342900">
                        <a:lnSpc>
                          <a:spcPct val="115000"/>
                        </a:lnSpc>
                        <a:spcAft>
                          <a:spcPts val="0"/>
                        </a:spcAft>
                        <a:buFont typeface="Arial"/>
                        <a:buChar char="●"/>
                      </a:pPr>
                      <a:r>
                        <a:rPr lang="en-SG" sz="1400" u="none" strike="noStrike" dirty="0">
                          <a:effectLst/>
                        </a:rPr>
                        <a:t>Who caused this incident?</a:t>
                      </a:r>
                    </a:p>
                    <a:p>
                      <a:pPr marL="342900" lvl="0" indent="-342900">
                        <a:lnSpc>
                          <a:spcPct val="115000"/>
                        </a:lnSpc>
                        <a:spcAft>
                          <a:spcPts val="0"/>
                        </a:spcAft>
                        <a:buFont typeface="Arial"/>
                        <a:buChar char="●"/>
                      </a:pPr>
                      <a:r>
                        <a:rPr lang="en-SG" sz="1400" u="none" strike="noStrike" dirty="0">
                          <a:effectLst/>
                        </a:rPr>
                        <a:t>When did it occur?</a:t>
                      </a:r>
                    </a:p>
                    <a:p>
                      <a:pPr marL="342900" lvl="0" indent="-342900">
                        <a:lnSpc>
                          <a:spcPct val="115000"/>
                        </a:lnSpc>
                        <a:spcAft>
                          <a:spcPts val="0"/>
                        </a:spcAft>
                        <a:buFont typeface="Arial"/>
                        <a:buChar char="●"/>
                      </a:pPr>
                      <a:r>
                        <a:rPr lang="en-SG" sz="1400" u="none" strike="noStrike" dirty="0">
                          <a:effectLst/>
                        </a:rPr>
                        <a:t>What device was used</a:t>
                      </a:r>
                      <a:r>
                        <a:rPr lang="en-SG" sz="1400" u="none" strike="noStrike" dirty="0" smtClean="0">
                          <a:effectLst/>
                        </a:rPr>
                        <a:t>?</a:t>
                      </a:r>
                    </a:p>
                    <a:p>
                      <a:pPr marL="0" lvl="0" indent="0">
                        <a:lnSpc>
                          <a:spcPct val="115000"/>
                        </a:lnSpc>
                        <a:spcAft>
                          <a:spcPts val="0"/>
                        </a:spcAft>
                        <a:buFont typeface="Arial"/>
                        <a:buNone/>
                      </a:pPr>
                      <a:r>
                        <a:rPr kumimoji="0" lang="en-GB" sz="1400" b="0" i="0" kern="1200" dirty="0" smtClean="0">
                          <a:solidFill>
                            <a:schemeClr val="dk1"/>
                          </a:solidFill>
                          <a:effectLst/>
                          <a:latin typeface="+mn-lt"/>
                          <a:ea typeface="+mn-ea"/>
                          <a:cs typeface="+mn-cs"/>
                        </a:rPr>
                        <a:t>(Notice the </a:t>
                      </a:r>
                      <a:r>
                        <a:rPr kumimoji="0" lang="en-GB" sz="1400" b="0" i="1" kern="1200" dirty="0" smtClean="0">
                          <a:solidFill>
                            <a:schemeClr val="dk1"/>
                          </a:solidFill>
                          <a:effectLst/>
                          <a:latin typeface="+mn-lt"/>
                          <a:ea typeface="+mn-ea"/>
                          <a:cs typeface="+mn-cs"/>
                        </a:rPr>
                        <a:t>Event Type</a:t>
                      </a:r>
                      <a:r>
                        <a:rPr kumimoji="0" lang="en-GB" sz="1400" b="0" i="0" kern="1200" dirty="0" smtClean="0">
                          <a:solidFill>
                            <a:schemeClr val="dk1"/>
                          </a:solidFill>
                          <a:effectLst/>
                          <a:latin typeface="+mn-lt"/>
                          <a:ea typeface="+mn-ea"/>
                          <a:cs typeface="+mn-cs"/>
                        </a:rPr>
                        <a:t>, </a:t>
                      </a:r>
                      <a:r>
                        <a:rPr kumimoji="0" lang="en-GB" sz="1400" b="0" i="1" kern="1200" dirty="0" smtClean="0">
                          <a:solidFill>
                            <a:schemeClr val="dk1"/>
                          </a:solidFill>
                          <a:effectLst/>
                          <a:latin typeface="+mn-lt"/>
                          <a:ea typeface="+mn-ea"/>
                          <a:cs typeface="+mn-cs"/>
                        </a:rPr>
                        <a:t>Date</a:t>
                      </a:r>
                      <a:r>
                        <a:rPr kumimoji="0" lang="en-GB" sz="1400" b="0" i="0" kern="1200" dirty="0" smtClean="0">
                          <a:solidFill>
                            <a:schemeClr val="dk1"/>
                          </a:solidFill>
                          <a:effectLst/>
                          <a:latin typeface="+mn-lt"/>
                          <a:ea typeface="+mn-ea"/>
                          <a:cs typeface="+mn-cs"/>
                        </a:rPr>
                        <a:t>, </a:t>
                      </a:r>
                      <a:r>
                        <a:rPr kumimoji="0" lang="en-GB" sz="1400" b="0" i="1" kern="1200" dirty="0" smtClean="0">
                          <a:solidFill>
                            <a:schemeClr val="dk1"/>
                          </a:solidFill>
                          <a:effectLst/>
                          <a:latin typeface="+mn-lt"/>
                          <a:ea typeface="+mn-ea"/>
                          <a:cs typeface="+mn-cs"/>
                        </a:rPr>
                        <a:t>Time</a:t>
                      </a:r>
                      <a:r>
                        <a:rPr kumimoji="0" lang="en-GB" sz="1400" b="0" i="0" kern="1200" dirty="0" smtClean="0">
                          <a:solidFill>
                            <a:schemeClr val="dk1"/>
                          </a:solidFill>
                          <a:effectLst/>
                          <a:latin typeface="+mn-lt"/>
                          <a:ea typeface="+mn-ea"/>
                          <a:cs typeface="+mn-cs"/>
                        </a:rPr>
                        <a:t>, and </a:t>
                      </a:r>
                      <a:r>
                        <a:rPr kumimoji="0" lang="en-GB" sz="1400" b="0" i="1" kern="1200" dirty="0" smtClean="0">
                          <a:solidFill>
                            <a:schemeClr val="dk1"/>
                          </a:solidFill>
                          <a:effectLst/>
                          <a:latin typeface="+mn-lt"/>
                          <a:ea typeface="+mn-ea"/>
                          <a:cs typeface="+mn-cs"/>
                        </a:rPr>
                        <a:t>IP Address</a:t>
                      </a:r>
                      <a:r>
                        <a:rPr kumimoji="0" lang="en-GB" sz="1400" b="0" i="0" kern="1200" dirty="0" smtClean="0">
                          <a:solidFill>
                            <a:schemeClr val="dk1"/>
                          </a:solidFill>
                          <a:effectLst/>
                          <a:latin typeface="+mn-lt"/>
                          <a:ea typeface="+mn-ea"/>
                          <a:cs typeface="+mn-cs"/>
                        </a:rPr>
                        <a:t> of the user in the log details.)</a:t>
                      </a:r>
                      <a:endParaRPr lang="en-SG" sz="1400" u="none" strike="noStrike" dirty="0">
                        <a:effectLst/>
                        <a:latin typeface="Arial"/>
                        <a:ea typeface="Arial"/>
                      </a:endParaRPr>
                    </a:p>
                  </a:txBody>
                  <a:tcPr marL="63500" marR="63500" marT="63500" marB="63500" anchor="ctr"/>
                </a:tc>
                <a:tc>
                  <a:txBody>
                    <a:bodyPr/>
                    <a:lstStyle/>
                    <a:p>
                      <a:pPr>
                        <a:lnSpc>
                          <a:spcPct val="115000"/>
                        </a:lnSpc>
                        <a:spcAft>
                          <a:spcPts val="0"/>
                        </a:spcAft>
                      </a:pPr>
                      <a:r>
                        <a:rPr lang="en-SG" sz="1400" dirty="0">
                          <a:effectLst/>
                        </a:rPr>
                        <a:t>Objective: Based on your notes, list 1-2 authorization issues:</a:t>
                      </a:r>
                    </a:p>
                    <a:p>
                      <a:pPr marL="342900" lvl="0" indent="-342900">
                        <a:lnSpc>
                          <a:spcPct val="115000"/>
                        </a:lnSpc>
                        <a:spcAft>
                          <a:spcPts val="0"/>
                        </a:spcAft>
                        <a:buFont typeface="Arial"/>
                        <a:buChar char="●"/>
                      </a:pPr>
                      <a:r>
                        <a:rPr lang="en-SG" sz="1400" u="none" strike="noStrike" dirty="0">
                          <a:effectLst/>
                        </a:rPr>
                        <a:t>What level of access did the user have?</a:t>
                      </a:r>
                    </a:p>
                    <a:p>
                      <a:pPr marL="342900" lvl="0" indent="-342900">
                        <a:lnSpc>
                          <a:spcPct val="115000"/>
                        </a:lnSpc>
                        <a:spcAft>
                          <a:spcPts val="0"/>
                        </a:spcAft>
                        <a:buFont typeface="Arial"/>
                        <a:buChar char="●"/>
                      </a:pPr>
                      <a:r>
                        <a:rPr lang="en-SG" sz="1400" u="none" strike="noStrike" dirty="0">
                          <a:effectLst/>
                        </a:rPr>
                        <a:t>Should their account be active</a:t>
                      </a:r>
                      <a:r>
                        <a:rPr lang="en-SG" sz="1400" u="none" strike="noStrike" dirty="0" smtClean="0">
                          <a:effectLst/>
                        </a:rPr>
                        <a:t>?</a:t>
                      </a:r>
                    </a:p>
                    <a:p>
                      <a:pPr marL="0" lvl="0" indent="0">
                        <a:lnSpc>
                          <a:spcPct val="115000"/>
                        </a:lnSpc>
                        <a:spcAft>
                          <a:spcPts val="0"/>
                        </a:spcAft>
                        <a:buFont typeface="Arial"/>
                        <a:buNone/>
                      </a:pPr>
                      <a:r>
                        <a:rPr lang="en-SG" sz="1400" u="none" strike="noStrike" dirty="0" smtClean="0">
                          <a:effectLst/>
                          <a:latin typeface="Arial"/>
                          <a:ea typeface="Arial"/>
                        </a:rPr>
                        <a:t>(</a:t>
                      </a:r>
                      <a:r>
                        <a:rPr kumimoji="0" lang="en-GB" sz="1400" b="0" i="0" kern="1200" dirty="0" smtClean="0">
                          <a:solidFill>
                            <a:schemeClr val="dk1"/>
                          </a:solidFill>
                          <a:effectLst/>
                          <a:latin typeface="+mn-lt"/>
                          <a:ea typeface="+mn-ea"/>
                          <a:cs typeface="+mn-cs"/>
                        </a:rPr>
                        <a:t>Compare the information found in the </a:t>
                      </a:r>
                      <a:r>
                        <a:rPr kumimoji="0" lang="en-GB" sz="1400" b="0" i="1" kern="1200" dirty="0" smtClean="0">
                          <a:solidFill>
                            <a:schemeClr val="dk1"/>
                          </a:solidFill>
                          <a:effectLst/>
                          <a:latin typeface="+mn-lt"/>
                          <a:ea typeface="+mn-ea"/>
                          <a:cs typeface="+mn-cs"/>
                        </a:rPr>
                        <a:t>Employee directory</a:t>
                      </a:r>
                      <a:r>
                        <a:rPr kumimoji="0" lang="en-GB" sz="1400" b="0" i="0" kern="1200" dirty="0" smtClean="0">
                          <a:solidFill>
                            <a:schemeClr val="dk1"/>
                          </a:solidFill>
                          <a:effectLst/>
                          <a:latin typeface="+mn-lt"/>
                          <a:ea typeface="+mn-ea"/>
                          <a:cs typeface="+mn-cs"/>
                        </a:rPr>
                        <a:t> tab with the information in the </a:t>
                      </a:r>
                      <a:r>
                        <a:rPr kumimoji="0" lang="en-GB" sz="1400" b="0" i="1" kern="1200" dirty="0" smtClean="0">
                          <a:solidFill>
                            <a:schemeClr val="dk1"/>
                          </a:solidFill>
                          <a:effectLst/>
                          <a:latin typeface="+mn-lt"/>
                          <a:ea typeface="+mn-ea"/>
                          <a:cs typeface="+mn-cs"/>
                        </a:rPr>
                        <a:t>Event log</a:t>
                      </a:r>
                      <a:r>
                        <a:rPr kumimoji="0" lang="en-GB" sz="1400" b="0" i="0" kern="1200" dirty="0" smtClean="0">
                          <a:solidFill>
                            <a:schemeClr val="dk1"/>
                          </a:solidFill>
                          <a:effectLst/>
                          <a:latin typeface="+mn-lt"/>
                          <a:ea typeface="+mn-ea"/>
                          <a:cs typeface="+mn-cs"/>
                        </a:rPr>
                        <a:t> tab. Notice any similarities between the details in the </a:t>
                      </a:r>
                      <a:r>
                        <a:rPr kumimoji="0" lang="en-GB" sz="1400" b="0" i="1" kern="1200" dirty="0" smtClean="0">
                          <a:solidFill>
                            <a:schemeClr val="dk1"/>
                          </a:solidFill>
                          <a:effectLst/>
                          <a:latin typeface="+mn-lt"/>
                          <a:ea typeface="+mn-ea"/>
                          <a:cs typeface="+mn-cs"/>
                        </a:rPr>
                        <a:t>Event log</a:t>
                      </a:r>
                      <a:r>
                        <a:rPr kumimoji="0" lang="en-GB" sz="1400" b="0" i="0" kern="1200" dirty="0" smtClean="0">
                          <a:solidFill>
                            <a:schemeClr val="dk1"/>
                          </a:solidFill>
                          <a:effectLst/>
                          <a:latin typeface="+mn-lt"/>
                          <a:ea typeface="+mn-ea"/>
                          <a:cs typeface="+mn-cs"/>
                        </a:rPr>
                        <a:t> and the details in the </a:t>
                      </a:r>
                      <a:r>
                        <a:rPr kumimoji="0" lang="en-GB" sz="1400" b="0" i="1" kern="1200" dirty="0" smtClean="0">
                          <a:solidFill>
                            <a:schemeClr val="dk1"/>
                          </a:solidFill>
                          <a:effectLst/>
                          <a:latin typeface="+mn-lt"/>
                          <a:ea typeface="+mn-ea"/>
                          <a:cs typeface="+mn-cs"/>
                        </a:rPr>
                        <a:t>Employee directory</a:t>
                      </a:r>
                      <a:r>
                        <a:rPr kumimoji="0" lang="en-GB" sz="1400" b="0" i="0" kern="1200" dirty="0" smtClean="0">
                          <a:solidFill>
                            <a:schemeClr val="dk1"/>
                          </a:solidFill>
                          <a:effectLst/>
                          <a:latin typeface="+mn-lt"/>
                          <a:ea typeface="+mn-ea"/>
                          <a:cs typeface="+mn-cs"/>
                        </a:rPr>
                        <a:t>.)</a:t>
                      </a:r>
                      <a:endParaRPr lang="en-SG" sz="1400" u="none" strike="noStrike" dirty="0">
                        <a:effectLst/>
                        <a:latin typeface="Arial"/>
                        <a:ea typeface="Arial"/>
                      </a:endParaRPr>
                    </a:p>
                  </a:txBody>
                  <a:tcPr marL="63500" marR="63500" marT="63500" marB="63500" anchor="ctr"/>
                </a:tc>
                <a:tc>
                  <a:txBody>
                    <a:bodyPr/>
                    <a:lstStyle/>
                    <a:p>
                      <a:pPr>
                        <a:lnSpc>
                          <a:spcPct val="115000"/>
                        </a:lnSpc>
                        <a:spcAft>
                          <a:spcPts val="0"/>
                        </a:spcAft>
                      </a:pPr>
                      <a:r>
                        <a:rPr lang="en-SG" sz="1400" dirty="0">
                          <a:effectLst/>
                        </a:rPr>
                        <a:t>Objective: Make at least 1 recommendation that could prevent this kind of incident:</a:t>
                      </a:r>
                    </a:p>
                    <a:p>
                      <a:pPr marL="342900" lvl="0" indent="-342900">
                        <a:lnSpc>
                          <a:spcPct val="115000"/>
                        </a:lnSpc>
                        <a:spcAft>
                          <a:spcPts val="0"/>
                        </a:spcAft>
                        <a:buFont typeface="Arial"/>
                        <a:buChar char="●"/>
                      </a:pPr>
                      <a:r>
                        <a:rPr lang="en-SG" sz="1400" u="none" strike="noStrike" dirty="0">
                          <a:effectLst/>
                        </a:rPr>
                        <a:t>Which technical, operational, or managerial controls could help?</a:t>
                      </a:r>
                      <a:endParaRPr lang="en-SG" sz="1400" u="none" strike="noStrike" dirty="0">
                        <a:effectLst/>
                        <a:latin typeface="Arial"/>
                        <a:ea typeface="Arial"/>
                      </a:endParaRPr>
                    </a:p>
                  </a:txBody>
                  <a:tcPr marL="63500" marR="63500" marT="63500" marB="63500" anchor="ctr"/>
                </a:tc>
              </a:tr>
            </a:tbl>
          </a:graphicData>
        </a:graphic>
      </p:graphicFrame>
      <p:sp>
        <p:nvSpPr>
          <p:cNvPr id="7" name="Rectangle 4"/>
          <p:cNvSpPr>
            <a:spLocks noChangeArrowheads="1"/>
          </p:cNvSpPr>
          <p:nvPr/>
        </p:nvSpPr>
        <p:spPr bwMode="auto">
          <a:xfrm>
            <a:off x="521096" y="260648"/>
            <a:ext cx="4842992" cy="93864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228528" rIns="91440" bIns="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en-US" sz="2800" b="1" i="0" u="none" strike="noStrike" cap="none" normalizeH="0" baseline="0" dirty="0" smtClean="0">
                <a:ln>
                  <a:noFill/>
                </a:ln>
                <a:solidFill>
                  <a:schemeClr val="tx1"/>
                </a:solidFill>
                <a:effectLst/>
                <a:latin typeface="Arial" pitchFamily="34" charset="0"/>
                <a:ea typeface="Google Sans" charset="0"/>
                <a:cs typeface="Google Sans" charset="0"/>
              </a:rPr>
              <a:t>Access controls worksheet</a:t>
            </a:r>
            <a:endParaRPr kumimoji="0" lang="en-US" altLang="en-US" sz="2800" b="1" i="0" u="none" strike="noStrike" cap="none" normalizeH="0" baseline="0" dirty="0" smtClean="0">
              <a:ln>
                <a:noFill/>
              </a:ln>
              <a:solidFill>
                <a:schemeClr val="tx1"/>
              </a:solidFill>
              <a:effectLst/>
              <a:latin typeface="Arial" pitchFamily="34" charset="0"/>
              <a:cs typeface="Arial"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smtClean="0">
              <a:ln>
                <a:noFill/>
              </a:ln>
              <a:solidFill>
                <a:schemeClr val="tx1"/>
              </a:solidFill>
              <a:effectLst/>
              <a:latin typeface="Arial" pitchFamily="34" charset="0"/>
              <a:cs typeface="Arial" pitchFamily="34" charset="0"/>
            </a:endParaRPr>
          </a:p>
        </p:txBody>
      </p:sp>
      <p:sp>
        <p:nvSpPr>
          <p:cNvPr id="9" name="Rectangle 6"/>
          <p:cNvSpPr>
            <a:spLocks noChangeArrowheads="1"/>
          </p:cNvSpPr>
          <p:nvPr/>
        </p:nvSpPr>
        <p:spPr bwMode="auto">
          <a:xfrm>
            <a:off x="457200" y="3140075"/>
            <a:ext cx="914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203136" rIns="91440" bIns="50784" numCol="1" anchor="ctr" anchorCtr="0" compatLnSpc="1">
            <a:prstTxWarp prst="textNoShape">
              <a:avLst/>
            </a:prstTxWarp>
            <a:spAutoFit/>
          </a:bodyPr>
          <a:lstStyle>
            <a:lvl1pPr fontAlgn="base">
              <a:spcBef>
                <a:spcPct val="0"/>
              </a:spcBef>
              <a:spcAft>
                <a:spcPct val="0"/>
              </a:spcAft>
              <a:defRPr>
                <a:solidFill>
                  <a:schemeClr val="tx1"/>
                </a:solidFill>
                <a:latin typeface="Arial" pitchFamily="34" charset="0"/>
                <a:cs typeface="Arial" pitchFamily="34" charset="0"/>
              </a:defRPr>
            </a:lvl1pPr>
            <a:lvl2pPr fontAlgn="base">
              <a:spcBef>
                <a:spcPct val="0"/>
              </a:spcBef>
              <a:spcAft>
                <a:spcPct val="0"/>
              </a:spcAft>
              <a:defRPr>
                <a:solidFill>
                  <a:schemeClr val="tx1"/>
                </a:solidFill>
                <a:latin typeface="Arial" pitchFamily="34" charset="0"/>
                <a:cs typeface="Arial" pitchFamily="34" charset="0"/>
              </a:defRPr>
            </a:lvl2pPr>
            <a:lvl3pPr fontAlgn="base">
              <a:spcBef>
                <a:spcPct val="0"/>
              </a:spcBef>
              <a:spcAft>
                <a:spcPct val="0"/>
              </a:spcAft>
              <a:defRPr>
                <a:solidFill>
                  <a:schemeClr val="tx1"/>
                </a:solidFill>
                <a:latin typeface="Arial" pitchFamily="34" charset="0"/>
                <a:cs typeface="Arial" pitchFamily="34" charset="0"/>
              </a:defRPr>
            </a:lvl3pPr>
            <a:lvl4pPr fontAlgn="base">
              <a:spcBef>
                <a:spcPct val="0"/>
              </a:spcBef>
              <a:spcAft>
                <a:spcPct val="0"/>
              </a:spcAft>
              <a:defRPr>
                <a:solidFill>
                  <a:schemeClr val="tx1"/>
                </a:solidFill>
                <a:latin typeface="Arial" pitchFamily="34" charset="0"/>
                <a:cs typeface="Arial" pitchFamily="34" charset="0"/>
              </a:defRPr>
            </a:lvl4pPr>
            <a:lvl5pPr fontAlgn="base">
              <a:spcBef>
                <a:spcPct val="0"/>
              </a:spcBef>
              <a:spcAft>
                <a:spcPct val="0"/>
              </a:spcAft>
              <a:defRPr>
                <a:solidFill>
                  <a:schemeClr val="tx1"/>
                </a:solidFill>
                <a:latin typeface="Arial" pitchFamily="34" charset="0"/>
                <a:cs typeface="Arial" pitchFamily="34" charset="0"/>
              </a:defRPr>
            </a:lvl5pPr>
            <a:lvl6pPr fontAlgn="base">
              <a:spcBef>
                <a:spcPct val="0"/>
              </a:spcBef>
              <a:spcAft>
                <a:spcPct val="0"/>
              </a:spcAft>
              <a:defRPr>
                <a:solidFill>
                  <a:schemeClr val="tx1"/>
                </a:solidFill>
                <a:latin typeface="Arial" pitchFamily="34" charset="0"/>
                <a:cs typeface="Arial" pitchFamily="34" charset="0"/>
              </a:defRPr>
            </a:lvl6pPr>
            <a:lvl7pPr fontAlgn="base">
              <a:spcBef>
                <a:spcPct val="0"/>
              </a:spcBef>
              <a:spcAft>
                <a:spcPct val="0"/>
              </a:spcAft>
              <a:defRPr>
                <a:solidFill>
                  <a:schemeClr val="tx1"/>
                </a:solidFill>
                <a:latin typeface="Arial" pitchFamily="34" charset="0"/>
                <a:cs typeface="Arial" pitchFamily="34" charset="0"/>
              </a:defRPr>
            </a:lvl7pPr>
            <a:lvl8pPr fontAlgn="base">
              <a:spcBef>
                <a:spcPct val="0"/>
              </a:spcBef>
              <a:spcAft>
                <a:spcPct val="0"/>
              </a:spcAft>
              <a:defRPr>
                <a:solidFill>
                  <a:schemeClr val="tx1"/>
                </a:solidFill>
                <a:latin typeface="Arial" pitchFamily="34" charset="0"/>
                <a:cs typeface="Arial" pitchFamily="34" charset="0"/>
              </a:defRPr>
            </a:lvl8pPr>
            <a:lvl9pPr fontAlgn="base">
              <a:spcBef>
                <a:spcPct val="0"/>
              </a:spcBef>
              <a:spcAft>
                <a:spcPct val="0"/>
              </a:spcAft>
              <a:defRPr>
                <a:solidFill>
                  <a:schemeClr val="tx1"/>
                </a:solidFill>
                <a:latin typeface="Arial" pitchFamily="34" charset="0"/>
                <a:cs typeface="Arial"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altLang="en-US" sz="1800" b="0" i="0" u="none" strike="noStrike" cap="none" normalizeH="0" baseline="0" smtClean="0">
              <a:ln>
                <a:noFill/>
              </a:ln>
              <a:solidFill>
                <a:schemeClr val="tx1"/>
              </a:solidFill>
              <a:effectLst/>
              <a:latin typeface="Arial" pitchFamily="34" charset="0"/>
              <a:cs typeface="Arial" pitchFamily="34" charset="0"/>
            </a:endParaRPr>
          </a:p>
        </p:txBody>
      </p:sp>
    </p:spTree>
    <p:extLst>
      <p:ext uri="{BB962C8B-B14F-4D97-AF65-F5344CB8AC3E}">
        <p14:creationId xmlns:p14="http://schemas.microsoft.com/office/powerpoint/2010/main" val="298607339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p:cNvGraphicFramePr>
            <a:graphicFrameLocks noGrp="1"/>
          </p:cNvGraphicFramePr>
          <p:nvPr>
            <p:extLst>
              <p:ext uri="{D42A27DB-BD31-4B8C-83A1-F6EECF244321}">
                <p14:modId xmlns:p14="http://schemas.microsoft.com/office/powerpoint/2010/main" val="877789959"/>
              </p:ext>
            </p:extLst>
          </p:nvPr>
        </p:nvGraphicFramePr>
        <p:xfrm>
          <a:off x="401992" y="1412776"/>
          <a:ext cx="8346471" cy="5075231"/>
        </p:xfrm>
        <a:graphic>
          <a:graphicData uri="http://schemas.openxmlformats.org/drawingml/2006/table">
            <a:tbl>
              <a:tblPr>
                <a:tableStyleId>{5C22544A-7EE6-4342-B048-85BDC9FD1C3A}</a:tableStyleId>
              </a:tblPr>
              <a:tblGrid>
                <a:gridCol w="1505712"/>
                <a:gridCol w="2376264"/>
                <a:gridCol w="2160240"/>
                <a:gridCol w="2304255"/>
              </a:tblGrid>
              <a:tr h="553205">
                <a:tc>
                  <a:txBody>
                    <a:bodyPr/>
                    <a:lstStyle/>
                    <a:p>
                      <a:pPr>
                        <a:lnSpc>
                          <a:spcPct val="115000"/>
                        </a:lnSpc>
                        <a:spcAft>
                          <a:spcPts val="0"/>
                        </a:spcAft>
                      </a:pPr>
                      <a:r>
                        <a:rPr lang="en-SG" sz="1400" dirty="0">
                          <a:effectLst/>
                        </a:rPr>
                        <a:t> </a:t>
                      </a:r>
                      <a:endParaRPr lang="en-SG" sz="1400" dirty="0">
                        <a:effectLst/>
                        <a:latin typeface="Arial"/>
                        <a:ea typeface="Arial"/>
                      </a:endParaRPr>
                    </a:p>
                  </a:txBody>
                  <a:tcPr marL="63500" marR="63500" marT="63500" marB="63500" anchor="ctr"/>
                </a:tc>
                <a:tc>
                  <a:txBody>
                    <a:bodyPr/>
                    <a:lstStyle/>
                    <a:p>
                      <a:pPr algn="ctr">
                        <a:lnSpc>
                          <a:spcPct val="115000"/>
                        </a:lnSpc>
                        <a:spcBef>
                          <a:spcPts val="1600"/>
                        </a:spcBef>
                        <a:spcAft>
                          <a:spcPts val="400"/>
                        </a:spcAft>
                      </a:pPr>
                      <a:r>
                        <a:rPr lang="en-SG" sz="1400" dirty="0">
                          <a:effectLst/>
                        </a:rPr>
                        <a:t>Note(s)</a:t>
                      </a:r>
                      <a:endParaRPr lang="en-SG" sz="1400" b="1" dirty="0">
                        <a:solidFill>
                          <a:srgbClr val="434343"/>
                        </a:solidFill>
                        <a:effectLst/>
                        <a:latin typeface="Arial"/>
                      </a:endParaRPr>
                    </a:p>
                  </a:txBody>
                  <a:tcPr marL="63500" marR="63500" marT="63500" marB="63500" anchor="ctr"/>
                </a:tc>
                <a:tc>
                  <a:txBody>
                    <a:bodyPr/>
                    <a:lstStyle/>
                    <a:p>
                      <a:pPr algn="ctr">
                        <a:lnSpc>
                          <a:spcPct val="115000"/>
                        </a:lnSpc>
                        <a:spcBef>
                          <a:spcPts val="1600"/>
                        </a:spcBef>
                        <a:spcAft>
                          <a:spcPts val="400"/>
                        </a:spcAft>
                      </a:pPr>
                      <a:r>
                        <a:rPr lang="en-SG" sz="1400" dirty="0">
                          <a:effectLst/>
                        </a:rPr>
                        <a:t>Issue(s)</a:t>
                      </a:r>
                      <a:endParaRPr lang="en-SG" sz="1400" b="1" dirty="0">
                        <a:solidFill>
                          <a:srgbClr val="434343"/>
                        </a:solidFill>
                        <a:effectLst/>
                        <a:latin typeface="Arial"/>
                      </a:endParaRPr>
                    </a:p>
                  </a:txBody>
                  <a:tcPr marL="63500" marR="63500" marT="63500" marB="63500" anchor="ctr"/>
                </a:tc>
                <a:tc>
                  <a:txBody>
                    <a:bodyPr/>
                    <a:lstStyle/>
                    <a:p>
                      <a:pPr algn="ctr">
                        <a:lnSpc>
                          <a:spcPct val="115000"/>
                        </a:lnSpc>
                        <a:spcBef>
                          <a:spcPts val="1600"/>
                        </a:spcBef>
                        <a:spcAft>
                          <a:spcPts val="400"/>
                        </a:spcAft>
                      </a:pPr>
                      <a:r>
                        <a:rPr lang="en-SG" sz="1400" dirty="0">
                          <a:effectLst/>
                        </a:rPr>
                        <a:t>Recommendation(s)</a:t>
                      </a:r>
                      <a:endParaRPr lang="en-SG" sz="1400" b="1" dirty="0">
                        <a:solidFill>
                          <a:srgbClr val="434343"/>
                        </a:solidFill>
                        <a:effectLst/>
                        <a:latin typeface="Arial"/>
                      </a:endParaRPr>
                    </a:p>
                  </a:txBody>
                  <a:tcPr marL="63500" marR="63500" marT="63500" marB="63500" anchor="ctr"/>
                </a:tc>
              </a:tr>
              <a:tr h="2040753">
                <a:tc>
                  <a:txBody>
                    <a:bodyPr/>
                    <a:lstStyle/>
                    <a:p>
                      <a:pPr>
                        <a:lnSpc>
                          <a:spcPct val="115000"/>
                        </a:lnSpc>
                        <a:spcAft>
                          <a:spcPts val="0"/>
                        </a:spcAft>
                      </a:pPr>
                      <a:r>
                        <a:rPr lang="en-SG" sz="1400">
                          <a:effectLst/>
                        </a:rPr>
                        <a:t>Authorization /authentication</a:t>
                      </a:r>
                      <a:endParaRPr lang="en-SG" sz="1400">
                        <a:effectLst/>
                        <a:latin typeface="Arial"/>
                        <a:ea typeface="Arial"/>
                      </a:endParaRPr>
                    </a:p>
                  </a:txBody>
                  <a:tcPr marL="62865" marR="62865" marT="62865" marB="62865" anchor="ctr"/>
                </a:tc>
                <a:tc>
                  <a:txBody>
                    <a:bodyPr/>
                    <a:lstStyle/>
                    <a:p>
                      <a:pPr>
                        <a:lnSpc>
                          <a:spcPct val="115000"/>
                        </a:lnSpc>
                        <a:spcAft>
                          <a:spcPts val="0"/>
                        </a:spcAft>
                      </a:pPr>
                      <a:r>
                        <a:rPr lang="en-SG" sz="1400" dirty="0">
                          <a:effectLst/>
                        </a:rPr>
                        <a:t>Objective: Make 1-2 notes of information that can help identify the threat:</a:t>
                      </a:r>
                    </a:p>
                    <a:p>
                      <a:pPr marL="342900" lvl="0" indent="-342900">
                        <a:lnSpc>
                          <a:spcPct val="115000"/>
                        </a:lnSpc>
                        <a:spcAft>
                          <a:spcPts val="0"/>
                        </a:spcAft>
                        <a:buFont typeface="Arial"/>
                        <a:buChar char="●"/>
                      </a:pPr>
                      <a:r>
                        <a:rPr lang="en-SG" sz="1400" u="none" strike="noStrike" dirty="0">
                          <a:solidFill>
                            <a:srgbClr val="0070C0"/>
                          </a:solidFill>
                          <a:effectLst/>
                        </a:rPr>
                        <a:t>The event took place on 10/03/23.</a:t>
                      </a:r>
                    </a:p>
                    <a:p>
                      <a:pPr marL="342900" lvl="0" indent="-342900">
                        <a:lnSpc>
                          <a:spcPct val="115000"/>
                        </a:lnSpc>
                        <a:spcAft>
                          <a:spcPts val="0"/>
                        </a:spcAft>
                        <a:buFont typeface="Arial"/>
                        <a:buChar char="●"/>
                      </a:pPr>
                      <a:r>
                        <a:rPr lang="en-SG" sz="1400" u="none" strike="noStrike" dirty="0">
                          <a:solidFill>
                            <a:srgbClr val="0070C0"/>
                          </a:solidFill>
                          <a:effectLst/>
                        </a:rPr>
                        <a:t>The user is Legal/Administrator.</a:t>
                      </a:r>
                    </a:p>
                    <a:p>
                      <a:pPr marL="342900" lvl="0" indent="-342900">
                        <a:lnSpc>
                          <a:spcPct val="115000"/>
                        </a:lnSpc>
                        <a:spcAft>
                          <a:spcPts val="0"/>
                        </a:spcAft>
                        <a:buFont typeface="Arial"/>
                        <a:buChar char="●"/>
                      </a:pPr>
                      <a:r>
                        <a:rPr lang="en-SG" sz="1400" u="none" strike="noStrike" dirty="0">
                          <a:solidFill>
                            <a:srgbClr val="0070C0"/>
                          </a:solidFill>
                          <a:effectLst/>
                        </a:rPr>
                        <a:t>The IP address of the computer used to login is 152.207.255.255.</a:t>
                      </a:r>
                      <a:endParaRPr lang="en-SG" sz="1400" u="none" strike="noStrike" dirty="0">
                        <a:solidFill>
                          <a:srgbClr val="0070C0"/>
                        </a:solidFill>
                        <a:effectLst/>
                        <a:latin typeface="Arial"/>
                        <a:ea typeface="Arial"/>
                      </a:endParaRPr>
                    </a:p>
                  </a:txBody>
                  <a:tcPr marL="63500" marR="63500" marT="63500" marB="63500" anchor="ctr"/>
                </a:tc>
                <a:tc>
                  <a:txBody>
                    <a:bodyPr/>
                    <a:lstStyle/>
                    <a:p>
                      <a:pPr>
                        <a:lnSpc>
                          <a:spcPct val="115000"/>
                        </a:lnSpc>
                        <a:spcAft>
                          <a:spcPts val="0"/>
                        </a:spcAft>
                      </a:pPr>
                      <a:r>
                        <a:rPr lang="en-SG" sz="1400" dirty="0">
                          <a:effectLst/>
                        </a:rPr>
                        <a:t>Objective: Based on your notes, list 1-2 authorization issues:</a:t>
                      </a:r>
                    </a:p>
                    <a:p>
                      <a:pPr marL="342900" lvl="0" indent="-342900">
                        <a:lnSpc>
                          <a:spcPct val="115000"/>
                        </a:lnSpc>
                        <a:spcAft>
                          <a:spcPts val="0"/>
                        </a:spcAft>
                        <a:buFont typeface="Arial"/>
                        <a:buChar char="●"/>
                      </a:pPr>
                      <a:r>
                        <a:rPr lang="en-SG" sz="1400" u="none" strike="noStrike" dirty="0">
                          <a:solidFill>
                            <a:srgbClr val="0070C0"/>
                          </a:solidFill>
                          <a:effectLst/>
                        </a:rPr>
                        <a:t>Robert Taylor Jr is an admin.</a:t>
                      </a:r>
                    </a:p>
                    <a:p>
                      <a:pPr marL="342900" lvl="0" indent="-342900">
                        <a:lnSpc>
                          <a:spcPct val="115000"/>
                        </a:lnSpc>
                        <a:spcAft>
                          <a:spcPts val="0"/>
                        </a:spcAft>
                        <a:buFont typeface="Arial"/>
                        <a:buChar char="●"/>
                      </a:pPr>
                      <a:r>
                        <a:rPr lang="en-SG" sz="1400" u="none" strike="noStrike" dirty="0">
                          <a:solidFill>
                            <a:srgbClr val="0070C0"/>
                          </a:solidFill>
                          <a:effectLst/>
                        </a:rPr>
                        <a:t>His contract ended in 2019, but his account accessed payroll systems in 2023. </a:t>
                      </a:r>
                      <a:endParaRPr lang="en-SG" sz="1400" u="none" strike="noStrike" dirty="0">
                        <a:solidFill>
                          <a:srgbClr val="0070C0"/>
                        </a:solidFill>
                        <a:effectLst/>
                        <a:latin typeface="Arial"/>
                        <a:ea typeface="Arial"/>
                      </a:endParaRPr>
                    </a:p>
                  </a:txBody>
                  <a:tcPr marL="63500" marR="63500" marT="63500" marB="63500" anchor="ctr"/>
                </a:tc>
                <a:tc>
                  <a:txBody>
                    <a:bodyPr/>
                    <a:lstStyle/>
                    <a:p>
                      <a:pPr>
                        <a:lnSpc>
                          <a:spcPct val="115000"/>
                        </a:lnSpc>
                        <a:spcAft>
                          <a:spcPts val="0"/>
                        </a:spcAft>
                      </a:pPr>
                      <a:r>
                        <a:rPr lang="en-SG" sz="1400" dirty="0">
                          <a:effectLst/>
                        </a:rPr>
                        <a:t>Objective: Make at least 1 recommendation that could prevent this kind of incident:</a:t>
                      </a:r>
                    </a:p>
                    <a:p>
                      <a:pPr marL="342900" lvl="0" indent="-342900">
                        <a:lnSpc>
                          <a:spcPct val="115000"/>
                        </a:lnSpc>
                        <a:spcAft>
                          <a:spcPts val="0"/>
                        </a:spcAft>
                        <a:buFont typeface="Arial"/>
                        <a:buChar char="●"/>
                      </a:pPr>
                      <a:r>
                        <a:rPr lang="en-SG" sz="1400" u="none" strike="noStrike" dirty="0">
                          <a:solidFill>
                            <a:srgbClr val="0070C0"/>
                          </a:solidFill>
                          <a:effectLst/>
                        </a:rPr>
                        <a:t>User accounts should expire after 30 days</a:t>
                      </a:r>
                      <a:r>
                        <a:rPr lang="en-SG" sz="1400" u="none" strike="noStrike" dirty="0" smtClean="0">
                          <a:solidFill>
                            <a:srgbClr val="0070C0"/>
                          </a:solidFill>
                          <a:effectLst/>
                        </a:rPr>
                        <a:t>.</a:t>
                      </a:r>
                    </a:p>
                    <a:p>
                      <a:pPr marL="342900" lvl="0" indent="-342900">
                        <a:lnSpc>
                          <a:spcPct val="115000"/>
                        </a:lnSpc>
                        <a:spcAft>
                          <a:spcPts val="0"/>
                        </a:spcAft>
                        <a:buFont typeface="Arial"/>
                        <a:buChar char="●"/>
                      </a:pPr>
                      <a:r>
                        <a:rPr kumimoji="0" lang="en-GB" sz="1400" b="0" i="0" kern="1200" dirty="0" smtClean="0">
                          <a:solidFill>
                            <a:srgbClr val="0070C0"/>
                          </a:solidFill>
                          <a:effectLst/>
                          <a:latin typeface="+mn-lt"/>
                          <a:ea typeface="+mn-ea"/>
                          <a:cs typeface="+mn-cs"/>
                        </a:rPr>
                        <a:t>T have procedures in place to revoke access to files when an employee is no longer with the company.</a:t>
                      </a:r>
                      <a:endParaRPr lang="en-SG" sz="1400" u="none" strike="noStrike" dirty="0">
                        <a:solidFill>
                          <a:srgbClr val="0070C0"/>
                        </a:solidFill>
                        <a:effectLst/>
                      </a:endParaRPr>
                    </a:p>
                    <a:p>
                      <a:pPr marL="342900" lvl="0" indent="-342900">
                        <a:lnSpc>
                          <a:spcPct val="115000"/>
                        </a:lnSpc>
                        <a:spcAft>
                          <a:spcPts val="0"/>
                        </a:spcAft>
                        <a:buFont typeface="Arial"/>
                        <a:buChar char="●"/>
                      </a:pPr>
                      <a:r>
                        <a:rPr lang="en-SG" sz="1400" u="none" strike="noStrike" dirty="0">
                          <a:solidFill>
                            <a:srgbClr val="0070C0"/>
                          </a:solidFill>
                          <a:effectLst/>
                        </a:rPr>
                        <a:t>Contractors should have limited access to business resources.</a:t>
                      </a:r>
                    </a:p>
                    <a:p>
                      <a:pPr marL="342900" lvl="0" indent="-342900">
                        <a:lnSpc>
                          <a:spcPct val="115000"/>
                        </a:lnSpc>
                        <a:spcAft>
                          <a:spcPts val="0"/>
                        </a:spcAft>
                        <a:buFont typeface="Arial"/>
                        <a:buChar char="●"/>
                      </a:pPr>
                      <a:r>
                        <a:rPr lang="en-SG" sz="1400" u="none" strike="noStrike" dirty="0">
                          <a:solidFill>
                            <a:srgbClr val="0070C0"/>
                          </a:solidFill>
                          <a:effectLst/>
                        </a:rPr>
                        <a:t>Enable MFA.</a:t>
                      </a:r>
                      <a:endParaRPr lang="en-SG" sz="1400" u="none" strike="noStrike" dirty="0">
                        <a:solidFill>
                          <a:srgbClr val="0070C0"/>
                        </a:solidFill>
                        <a:effectLst/>
                        <a:latin typeface="Arial"/>
                        <a:ea typeface="Arial"/>
                      </a:endParaRPr>
                    </a:p>
                  </a:txBody>
                  <a:tcPr marL="63500" marR="63500" marT="63500" marB="63500" anchor="ctr"/>
                </a:tc>
              </a:tr>
            </a:tbl>
          </a:graphicData>
        </a:graphic>
      </p:graphicFrame>
      <p:sp>
        <p:nvSpPr>
          <p:cNvPr id="5" name="Rectangle 3"/>
          <p:cNvSpPr>
            <a:spLocks noChangeArrowheads="1"/>
          </p:cNvSpPr>
          <p:nvPr/>
        </p:nvSpPr>
        <p:spPr bwMode="auto">
          <a:xfrm>
            <a:off x="457200" y="3125788"/>
            <a:ext cx="914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203136" rIns="91440" bIns="50784" numCol="1" anchor="ctr" anchorCtr="0" compatLnSpc="1">
            <a:prstTxWarp prst="textNoShape">
              <a:avLst/>
            </a:prstTxWarp>
            <a:spAutoFit/>
          </a:bodyPr>
          <a:lstStyle>
            <a:lvl1pPr fontAlgn="base">
              <a:spcBef>
                <a:spcPct val="0"/>
              </a:spcBef>
              <a:spcAft>
                <a:spcPct val="0"/>
              </a:spcAft>
              <a:defRPr>
                <a:solidFill>
                  <a:schemeClr val="tx1"/>
                </a:solidFill>
                <a:latin typeface="Arial" pitchFamily="34" charset="0"/>
                <a:cs typeface="Arial" pitchFamily="34" charset="0"/>
              </a:defRPr>
            </a:lvl1pPr>
            <a:lvl2pPr fontAlgn="base">
              <a:spcBef>
                <a:spcPct val="0"/>
              </a:spcBef>
              <a:spcAft>
                <a:spcPct val="0"/>
              </a:spcAft>
              <a:defRPr>
                <a:solidFill>
                  <a:schemeClr val="tx1"/>
                </a:solidFill>
                <a:latin typeface="Arial" pitchFamily="34" charset="0"/>
                <a:cs typeface="Arial" pitchFamily="34" charset="0"/>
              </a:defRPr>
            </a:lvl2pPr>
            <a:lvl3pPr fontAlgn="base">
              <a:spcBef>
                <a:spcPct val="0"/>
              </a:spcBef>
              <a:spcAft>
                <a:spcPct val="0"/>
              </a:spcAft>
              <a:defRPr>
                <a:solidFill>
                  <a:schemeClr val="tx1"/>
                </a:solidFill>
                <a:latin typeface="Arial" pitchFamily="34" charset="0"/>
                <a:cs typeface="Arial" pitchFamily="34" charset="0"/>
              </a:defRPr>
            </a:lvl3pPr>
            <a:lvl4pPr fontAlgn="base">
              <a:spcBef>
                <a:spcPct val="0"/>
              </a:spcBef>
              <a:spcAft>
                <a:spcPct val="0"/>
              </a:spcAft>
              <a:defRPr>
                <a:solidFill>
                  <a:schemeClr val="tx1"/>
                </a:solidFill>
                <a:latin typeface="Arial" pitchFamily="34" charset="0"/>
                <a:cs typeface="Arial" pitchFamily="34" charset="0"/>
              </a:defRPr>
            </a:lvl4pPr>
            <a:lvl5pPr fontAlgn="base">
              <a:spcBef>
                <a:spcPct val="0"/>
              </a:spcBef>
              <a:spcAft>
                <a:spcPct val="0"/>
              </a:spcAft>
              <a:defRPr>
                <a:solidFill>
                  <a:schemeClr val="tx1"/>
                </a:solidFill>
                <a:latin typeface="Arial" pitchFamily="34" charset="0"/>
                <a:cs typeface="Arial" pitchFamily="34" charset="0"/>
              </a:defRPr>
            </a:lvl5pPr>
            <a:lvl6pPr fontAlgn="base">
              <a:spcBef>
                <a:spcPct val="0"/>
              </a:spcBef>
              <a:spcAft>
                <a:spcPct val="0"/>
              </a:spcAft>
              <a:defRPr>
                <a:solidFill>
                  <a:schemeClr val="tx1"/>
                </a:solidFill>
                <a:latin typeface="Arial" pitchFamily="34" charset="0"/>
                <a:cs typeface="Arial" pitchFamily="34" charset="0"/>
              </a:defRPr>
            </a:lvl6pPr>
            <a:lvl7pPr fontAlgn="base">
              <a:spcBef>
                <a:spcPct val="0"/>
              </a:spcBef>
              <a:spcAft>
                <a:spcPct val="0"/>
              </a:spcAft>
              <a:defRPr>
                <a:solidFill>
                  <a:schemeClr val="tx1"/>
                </a:solidFill>
                <a:latin typeface="Arial" pitchFamily="34" charset="0"/>
                <a:cs typeface="Arial" pitchFamily="34" charset="0"/>
              </a:defRPr>
            </a:lvl7pPr>
            <a:lvl8pPr fontAlgn="base">
              <a:spcBef>
                <a:spcPct val="0"/>
              </a:spcBef>
              <a:spcAft>
                <a:spcPct val="0"/>
              </a:spcAft>
              <a:defRPr>
                <a:solidFill>
                  <a:schemeClr val="tx1"/>
                </a:solidFill>
                <a:latin typeface="Arial" pitchFamily="34" charset="0"/>
                <a:cs typeface="Arial" pitchFamily="34" charset="0"/>
              </a:defRPr>
            </a:lvl8pPr>
            <a:lvl9pPr fontAlgn="base">
              <a:spcBef>
                <a:spcPct val="0"/>
              </a:spcBef>
              <a:spcAft>
                <a:spcPct val="0"/>
              </a:spcAft>
              <a:defRPr>
                <a:solidFill>
                  <a:schemeClr val="tx1"/>
                </a:solidFill>
                <a:latin typeface="Arial" pitchFamily="34" charset="0"/>
                <a:cs typeface="Arial"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altLang="en-US" sz="1800" b="0" i="0" u="none" strike="noStrike" cap="none" normalizeH="0" baseline="0" smtClean="0">
              <a:ln>
                <a:noFill/>
              </a:ln>
              <a:solidFill>
                <a:schemeClr val="tx1"/>
              </a:solidFill>
              <a:effectLst/>
              <a:latin typeface="Arial" pitchFamily="34" charset="0"/>
              <a:cs typeface="Arial" pitchFamily="34" charset="0"/>
            </a:endParaRPr>
          </a:p>
        </p:txBody>
      </p:sp>
      <p:sp>
        <p:nvSpPr>
          <p:cNvPr id="6" name="Rectangle 4"/>
          <p:cNvSpPr>
            <a:spLocks noChangeArrowheads="1"/>
          </p:cNvSpPr>
          <p:nvPr/>
        </p:nvSpPr>
        <p:spPr bwMode="auto">
          <a:xfrm>
            <a:off x="521096" y="260648"/>
            <a:ext cx="4842992" cy="93864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228528" rIns="91440" bIns="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en-US" sz="2800" b="1" i="0" u="none" strike="noStrike" cap="none" normalizeH="0" baseline="0" dirty="0" smtClean="0">
                <a:ln>
                  <a:noFill/>
                </a:ln>
                <a:solidFill>
                  <a:schemeClr val="tx1"/>
                </a:solidFill>
                <a:effectLst/>
                <a:latin typeface="Arial" pitchFamily="34" charset="0"/>
                <a:ea typeface="Google Sans" charset="0"/>
                <a:cs typeface="Google Sans" charset="0"/>
              </a:rPr>
              <a:t>Access controls worksheet</a:t>
            </a:r>
            <a:endParaRPr kumimoji="0" lang="en-US" altLang="en-US" sz="2800" b="1" i="0" u="none" strike="noStrike" cap="none" normalizeH="0" baseline="0" dirty="0" smtClean="0">
              <a:ln>
                <a:noFill/>
              </a:ln>
              <a:solidFill>
                <a:schemeClr val="tx1"/>
              </a:solidFill>
              <a:effectLst/>
              <a:latin typeface="Arial" pitchFamily="34" charset="0"/>
              <a:cs typeface="Arial"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smtClean="0">
              <a:ln>
                <a:noFill/>
              </a:ln>
              <a:solidFill>
                <a:schemeClr val="tx1"/>
              </a:solidFill>
              <a:effectLst/>
              <a:latin typeface="Arial" pitchFamily="34" charset="0"/>
              <a:cs typeface="Arial" pitchFamily="34" charset="0"/>
            </a:endParaRPr>
          </a:p>
        </p:txBody>
      </p:sp>
    </p:spTree>
    <p:extLst>
      <p:ext uri="{BB962C8B-B14F-4D97-AF65-F5344CB8AC3E}">
        <p14:creationId xmlns:p14="http://schemas.microsoft.com/office/powerpoint/2010/main" val="2986073393"/>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Aspect">
  <a:themeElements>
    <a:clrScheme name="Aspect">
      <a:dk1>
        <a:sysClr val="windowText" lastClr="000000"/>
      </a:dk1>
      <a:lt1>
        <a:sysClr val="window" lastClr="FFFFFF"/>
      </a:lt1>
      <a:dk2>
        <a:srgbClr val="323232"/>
      </a:dk2>
      <a:lt2>
        <a:srgbClr val="E3DED1"/>
      </a:lt2>
      <a:accent1>
        <a:srgbClr val="F07F09"/>
      </a:accent1>
      <a:accent2>
        <a:srgbClr val="9F2936"/>
      </a:accent2>
      <a:accent3>
        <a:srgbClr val="1B587C"/>
      </a:accent3>
      <a:accent4>
        <a:srgbClr val="4E8542"/>
      </a:accent4>
      <a:accent5>
        <a:srgbClr val="604878"/>
      </a:accent5>
      <a:accent6>
        <a:srgbClr val="C19859"/>
      </a:accent6>
      <a:hlink>
        <a:srgbClr val="6B9F25"/>
      </a:hlink>
      <a:folHlink>
        <a:srgbClr val="B26B02"/>
      </a:folHlink>
    </a:clrScheme>
    <a:fontScheme name="Aspect">
      <a:majorFont>
        <a:latin typeface="Verdana"/>
        <a:ea typeface=""/>
        <a:cs typeface=""/>
        <a:font script="Jpan" typeface="ＭＳ ゴシック"/>
        <a:font script="Hang" typeface="굴림"/>
        <a:font script="Hans" typeface="微软雅黑"/>
        <a:font script="Hant" typeface="微軟正黑體"/>
        <a:font script="Arab" typeface="Tahoma"/>
        <a:font script="Hebr" typeface="Tahoma"/>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ajorFont>
      <a:minorFont>
        <a:latin typeface="Verdana"/>
        <a:ea typeface=""/>
        <a:cs typeface=""/>
        <a:font script="Jpan" typeface="ＭＳ ゴシック"/>
        <a:font script="Hang" typeface="굴림"/>
        <a:font script="Hans" typeface="微软雅黑"/>
        <a:font script="Hant" typeface="微軟正黑體"/>
        <a:font script="Arab" typeface="Tahoma"/>
        <a:font script="Hebr" typeface="Tahoma"/>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Aspect">
      <a:fillStyleLst>
        <a:solidFill>
          <a:schemeClr val="phClr"/>
        </a:solidFill>
        <a:gradFill rotWithShape="1">
          <a:gsLst>
            <a:gs pos="0">
              <a:schemeClr val="phClr">
                <a:tint val="65000"/>
                <a:satMod val="270000"/>
              </a:schemeClr>
            </a:gs>
            <a:gs pos="25000">
              <a:schemeClr val="phClr">
                <a:tint val="60000"/>
                <a:satMod val="300000"/>
              </a:schemeClr>
            </a:gs>
            <a:gs pos="100000">
              <a:schemeClr val="phClr">
                <a:tint val="29000"/>
                <a:satMod val="400000"/>
              </a:schemeClr>
            </a:gs>
          </a:gsLst>
          <a:lin ang="16200000" scaled="1"/>
        </a:gradFill>
        <a:gradFill rotWithShape="1">
          <a:gsLst>
            <a:gs pos="0">
              <a:schemeClr val="phClr">
                <a:shade val="45000"/>
                <a:satMod val="155000"/>
              </a:schemeClr>
            </a:gs>
            <a:gs pos="60000">
              <a:schemeClr val="phClr">
                <a:shade val="95000"/>
                <a:satMod val="150000"/>
              </a:schemeClr>
            </a:gs>
            <a:gs pos="100000">
              <a:schemeClr val="phClr">
                <a:tint val="87000"/>
                <a:satMod val="250000"/>
              </a:schemeClr>
            </a:gs>
          </a:gsLst>
          <a:lin ang="16200000" scaled="0"/>
        </a:gradFill>
      </a:fillStyleLst>
      <a:lnStyleLst>
        <a:ln w="9525" cap="flat" cmpd="sng" algn="ctr">
          <a:solidFill>
            <a:schemeClr val="phClr">
              <a:satMod val="150000"/>
            </a:schemeClr>
          </a:solidFill>
          <a:prstDash val="solid"/>
        </a:ln>
        <a:ln w="42500" cap="flat" cmpd="sng" algn="ctr">
          <a:solidFill>
            <a:schemeClr val="phClr"/>
          </a:solidFill>
          <a:prstDash val="solid"/>
        </a:ln>
        <a:ln w="38100" cap="flat" cmpd="sng" algn="ctr">
          <a:solidFill>
            <a:schemeClr val="phClr"/>
          </a:solidFill>
          <a:prstDash val="solid"/>
        </a:ln>
      </a:lnStyleLst>
      <a:effectStyleLst>
        <a:effectStyle>
          <a:effectLst>
            <a:outerShdw blurRad="65500" dist="38100" dir="5400000" rotWithShape="0">
              <a:srgbClr val="000000">
                <a:alpha val="40000"/>
              </a:srgbClr>
            </a:outerShdw>
          </a:effectLst>
        </a:effectStyle>
        <a:effectStyle>
          <a:effectLst>
            <a:outerShdw blurRad="65500" dist="38100" dir="5400000" rotWithShape="0">
              <a:srgbClr val="000000">
                <a:alpha val="40000"/>
              </a:srgbClr>
            </a:outerShdw>
          </a:effectLst>
        </a:effectStyle>
        <a:effectStyle>
          <a:effectLst>
            <a:outerShdw blurRad="65500" dist="38100" dir="5400000" rotWithShape="0">
              <a:srgbClr val="000000">
                <a:alpha val="40000"/>
              </a:srgbClr>
            </a:outerShdw>
          </a:effectLst>
          <a:scene3d>
            <a:camera prst="orthographicFront" fov="0">
              <a:rot lat="0" lon="0" rev="0"/>
            </a:camera>
            <a:lightRig rig="contrasting" dir="t">
              <a:rot lat="0" lon="0" rev="12000000"/>
            </a:lightRig>
          </a:scene3d>
          <a:sp3d prstMaterial="powder">
            <a:bevelT h="50800"/>
          </a:sp3d>
        </a:effectStyle>
      </a:effectStyleLst>
      <a:bgFillStyleLst>
        <a:solidFill>
          <a:schemeClr val="phClr"/>
        </a:solidFill>
        <a:gradFill rotWithShape="1">
          <a:gsLst>
            <a:gs pos="0">
              <a:schemeClr val="phClr">
                <a:shade val="35000"/>
                <a:satMod val="150000"/>
              </a:schemeClr>
            </a:gs>
            <a:gs pos="45000">
              <a:schemeClr val="phClr">
                <a:shade val="68000"/>
                <a:satMod val="155000"/>
              </a:schemeClr>
            </a:gs>
            <a:gs pos="100000">
              <a:schemeClr val="phClr">
                <a:tint val="70000"/>
                <a:satMod val="175000"/>
              </a:schemeClr>
            </a:gs>
          </a:gsLst>
          <a:lin ang="16200000" scaled="0"/>
        </a:gradFill>
        <a:blipFill>
          <a:blip xmlns:r="http://schemas.openxmlformats.org/officeDocument/2006/relationships" r:embed="rId1">
            <a:duotone>
              <a:schemeClr val="phClr">
                <a:shade val="800"/>
                <a:satMod val="150000"/>
              </a:schemeClr>
              <a:schemeClr val="phClr">
                <a:tint val="80000"/>
                <a:satMod val="150000"/>
              </a:schemeClr>
            </a:duotone>
          </a:blip>
          <a:tile tx="0" ty="0" sx="75000" sy="75000" flip="none" algn="tl"/>
        </a:blip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Aspect</Template>
  <TotalTime>432</TotalTime>
  <Words>440</Words>
  <Application>Microsoft Office PowerPoint</Application>
  <PresentationFormat>On-screen Show (4:3)</PresentationFormat>
  <Paragraphs>42</Paragraphs>
  <Slides>3</Slides>
  <Notes>0</Notes>
  <HiddenSlides>0</HiddenSlides>
  <MMClips>0</MMClips>
  <ScaleCrop>false</ScaleCrop>
  <HeadingPairs>
    <vt:vector size="4" baseType="variant">
      <vt:variant>
        <vt:lpstr>Theme</vt:lpstr>
      </vt:variant>
      <vt:variant>
        <vt:i4>1</vt:i4>
      </vt:variant>
      <vt:variant>
        <vt:lpstr>Slide Titles</vt:lpstr>
      </vt:variant>
      <vt:variant>
        <vt:i4>3</vt:i4>
      </vt:variant>
    </vt:vector>
  </HeadingPairs>
  <TitlesOfParts>
    <vt:vector size="4" baseType="lpstr">
      <vt:lpstr>Aspect</vt:lpstr>
      <vt:lpstr>PowerPoint Presentation</vt:lpstr>
      <vt:lpstr>PowerPoint Presentation</vt:lpstr>
      <vt:lpstr>PowerPoint Presentation</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ZhiQian Chua</dc:creator>
  <cp:lastModifiedBy>ZhiQian Chua</cp:lastModifiedBy>
  <cp:revision>3</cp:revision>
  <dcterms:created xsi:type="dcterms:W3CDTF">2026-05-15T10:45:58Z</dcterms:created>
  <dcterms:modified xsi:type="dcterms:W3CDTF">2026-05-15T17:58:35Z</dcterms:modified>
</cp:coreProperties>
</file>