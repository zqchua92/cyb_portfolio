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6"/>
  </p:notesMasterIdLst>
  <p:sldIdLst>
    <p:sldId id="259" r:id="rId2"/>
    <p:sldId id="260" r:id="rId3"/>
    <p:sldId id="261" r:id="rId4"/>
    <p:sldId id="262" r:id="rId5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7"/>
      <p:bold r:id="rId8"/>
      <p:italic r:id="rId9"/>
      <p:boldItalic r:id="rId10"/>
    </p:embeddedFont>
    <p:embeddedFont>
      <p:font typeface="Palatino Linotype" panose="02040502050505030304" pitchFamily="18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6" d="100"/>
          <a:sy n="156" d="100"/>
        </p:scale>
        <p:origin x="-372" y="2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82433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32004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14750"/>
            <a:ext cx="6400800" cy="9144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5678-EE20-4FA5-88E2-6E0BD67A2E26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Footer Text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738E-8962-435F-8C43-147B8DD7E819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28701"/>
            <a:ext cx="7772400" cy="1878806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051573"/>
            <a:ext cx="7772400" cy="848915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AEA93-55E7-4DA9-90C2-089A26EEFEC4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7" name="Oval 6"/>
          <p:cNvSpPr/>
          <p:nvPr/>
        </p:nvSpPr>
        <p:spPr>
          <a:xfrm>
            <a:off x="4495800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F3C7-6809-4F39-BD67-A75817BDDE0A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Text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200150"/>
            <a:ext cx="4041648" cy="339471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40188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1" y="1200150"/>
            <a:ext cx="4041775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AEB24-CE78-465C-A726-91D0868FA48F}" type="datetime1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Text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1659636"/>
            <a:ext cx="4041648" cy="293522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1659637"/>
            <a:ext cx="4041648" cy="29348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ADF0-1749-4E8B-9691-B44A5F8C0895}" type="datetime1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Text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628A-A867-4937-BBE5-207DB6F9C51A}" type="datetime1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Text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8" y="200025"/>
            <a:ext cx="3008313" cy="1571625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204788"/>
            <a:ext cx="4995863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8" y="1828801"/>
            <a:ext cx="3008313" cy="2765822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BBB94-68E6-4675-A946-F1C5994EDBD7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Text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71450"/>
            <a:ext cx="5711824" cy="671513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857250"/>
            <a:ext cx="6054724" cy="3405783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4357688"/>
            <a:ext cx="5711824" cy="40005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8377-21E3-4835-B75D-4E2847E2750F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Text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1B39-B140-43FE-96DB-472A2B59CE7C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00BB2-27C5-458B-ABCE-839C88CF47CE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001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8" y="4767263"/>
            <a:ext cx="2085975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B0C4986D-6BE9-4264-908F-02DB36FD8D6C}" type="datetime1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6" y="4767263"/>
            <a:ext cx="2847975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r>
              <a:rPr lang="en-US" smtClean="0"/>
              <a:t>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9" y="4767263"/>
            <a:ext cx="561975" cy="273844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7" name="Oval 6"/>
          <p:cNvSpPr/>
          <p:nvPr/>
        </p:nvSpPr>
        <p:spPr>
          <a:xfrm>
            <a:off x="8457760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303498"/>
            <a:ext cx="7772400" cy="1102519"/>
          </a:xfrm>
        </p:spPr>
        <p:txBody>
          <a:bodyPr/>
          <a:lstStyle/>
          <a:p>
            <a:r>
              <a:rPr lang="en-SG" dirty="0" smtClean="0"/>
              <a:t>Scenario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1508466"/>
            <a:ext cx="7776864" cy="2899488"/>
          </a:xfrm>
        </p:spPr>
        <p:txBody>
          <a:bodyPr>
            <a:noAutofit/>
          </a:bodyPr>
          <a:lstStyle/>
          <a:p>
            <a:pPr algn="l"/>
            <a:r>
              <a:rPr lang="en-GB" sz="1200" dirty="0"/>
              <a:t>You recently joined the security team as a level-one security operation </a:t>
            </a:r>
            <a:r>
              <a:rPr lang="en-GB" sz="1200" dirty="0" err="1"/>
              <a:t>center</a:t>
            </a:r>
            <a:r>
              <a:rPr lang="en-GB" sz="1200" dirty="0"/>
              <a:t> (SOC) analyst at a mid-sized retail company. Along with its physical store locations, your company also conducts operations in e-commerce, which account for 80% of its sales.</a:t>
            </a:r>
          </a:p>
          <a:p>
            <a:pPr algn="l"/>
            <a:endParaRPr lang="en-GB" sz="1200" dirty="0" smtClean="0"/>
          </a:p>
          <a:p>
            <a:pPr algn="l"/>
            <a:r>
              <a:rPr lang="en-GB" sz="1200" dirty="0" smtClean="0"/>
              <a:t>You </a:t>
            </a:r>
            <a:r>
              <a:rPr lang="en-GB" sz="1200" dirty="0"/>
              <a:t>are spending your first week of training becoming familiar with the company's security processes and procedures. Recently, the company experienced a major security incident involving a data breach of over one million users. Because this was a recent and major security incident, your team is working to prevent incidents like this from happening again. This breach happened before you began </a:t>
            </a:r>
            <a:r>
              <a:rPr lang="en-GB" sz="1200" dirty="0" smtClean="0"/>
              <a:t>working </a:t>
            </a:r>
            <a:r>
              <a:rPr lang="en-GB" sz="1200" dirty="0"/>
              <a:t>at the company. You have been asked to review the final report</a:t>
            </a:r>
            <a:r>
              <a:rPr lang="en-GB" sz="1200" dirty="0" smtClean="0"/>
              <a:t>.</a:t>
            </a:r>
          </a:p>
          <a:p>
            <a:pPr algn="l"/>
            <a:endParaRPr lang="en-GB" sz="1200" dirty="0"/>
          </a:p>
          <a:p>
            <a:pPr algn="l"/>
            <a:r>
              <a:rPr lang="en-GB" sz="1200" dirty="0"/>
              <a:t>To gain an understanding of the incident's life cycle, your goals for your review are as follows: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200" dirty="0"/>
              <a:t>Goal 1: Identify exactly what happened.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200" dirty="0"/>
              <a:t>Goal 2: Identify when it happened. 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200" dirty="0"/>
              <a:t>Goal 3: Identify the response actions that the company took.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200" dirty="0"/>
              <a:t>Goal 4: Identify future recommendations.</a:t>
            </a:r>
          </a:p>
          <a:p>
            <a:pPr algn="l"/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7713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77" y="347472"/>
            <a:ext cx="4373342" cy="4175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258" y="1566262"/>
            <a:ext cx="4373342" cy="2103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2438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135" y="121921"/>
            <a:ext cx="4234723" cy="2974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135" y="3096769"/>
            <a:ext cx="4228492" cy="1597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6051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81" y="542544"/>
            <a:ext cx="4190766" cy="3364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946" y="542544"/>
            <a:ext cx="4007701" cy="3602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40343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35</TotalTime>
  <Words>163</Words>
  <Application>Microsoft Office PowerPoint</Application>
  <PresentationFormat>On-screen Show (16:9)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Century Gothic</vt:lpstr>
      <vt:lpstr>Palatino Linotype</vt:lpstr>
      <vt:lpstr>Courier New</vt:lpstr>
      <vt:lpstr>Executive</vt:lpstr>
      <vt:lpstr>Scenario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Scenario</dc:title>
  <cp:lastModifiedBy>ZhiQian Chua</cp:lastModifiedBy>
  <cp:revision>6</cp:revision>
  <dcterms:modified xsi:type="dcterms:W3CDTF">2026-05-29T10:32:49Z</dcterms:modified>
</cp:coreProperties>
</file>