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5"/>
  </p:notesMasterIdLst>
  <p:sldIdLst>
    <p:sldId id="259" r:id="rId2"/>
    <p:sldId id="260" r:id="rId3"/>
    <p:sldId id="261" r:id="rId4"/>
  </p:sldIdLst>
  <p:sldSz cx="9144000" cy="5143500" type="screen16x9"/>
  <p:notesSz cx="6858000" cy="9144000"/>
  <p:embeddedFontLst>
    <p:embeddedFont>
      <p:font typeface="Palatino Linotype" panose="02040502050505030304" pitchFamily="18" charset="0"/>
      <p:regular r:id="rId6"/>
      <p:bold r:id="rId7"/>
      <p:italic r:id="rId8"/>
      <p:boldItalic r:id="rId9"/>
    </p:embeddedFont>
    <p:embeddedFont>
      <p:font typeface="Century Gothic" panose="020B0502020202020204" pitchFamily="3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6" d="100"/>
          <a:sy n="156" d="100"/>
        </p:scale>
        <p:origin x="-37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viewProps" Target="viewProps.xml"/><Relationship Id="rId1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4782433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2004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3714750"/>
            <a:ext cx="6400800" cy="9144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216C5678-EE20-4FA5-88E2-6E0BD67A2E26}" type="datetime1">
              <a:rPr lang="en-US" smtClean="0"/>
              <a:t>6/10/2026</a:t>
            </a:fld>
            <a:endParaRPr lang="en-US" dirty="0"/>
          </a:p>
        </p:txBody>
      </p:sp>
      <p:sp>
        <p:nvSpPr>
          <p:cNvPr id="8" name="Slide Number Placeholder 7"/>
          <p:cNvSpPr>
            <a:spLocks noGrp="1"/>
          </p:cNvSpPr>
          <p:nvPr>
            <p:ph type="sldNum" sz="quarter" idx="11"/>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9" name="Footer Placeholder 8"/>
          <p:cNvSpPr>
            <a:spLocks noGrp="1"/>
          </p:cNvSpPr>
          <p:nvPr>
            <p:ph type="ftr" sz="quarter" idx="12"/>
          </p:nvPr>
        </p:nvSpPr>
        <p:spPr/>
        <p:txBody>
          <a:bodyPr/>
          <a:lstStyle/>
          <a:p>
            <a:r>
              <a:rPr lang="en-US" smtClean="0"/>
              <a:t>Footer Text</a:t>
            </a:r>
            <a:endParaRPr 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B11D738E-8962-435F-8C43-147B8DD7E819}" type="datetime1">
              <a:rPr lang="en-US" smtClean="0"/>
              <a:t>6/10/2026</a:t>
            </a:fld>
            <a:endParaRPr lang="en-US"/>
          </a:p>
        </p:txBody>
      </p:sp>
      <p:sp>
        <p:nvSpPr>
          <p:cNvPr id="5" name="Footer Placeholder 4"/>
          <p:cNvSpPr>
            <a:spLocks noGrp="1"/>
          </p:cNvSpPr>
          <p:nvPr>
            <p:ph type="ftr" sz="quarter" idx="11"/>
          </p:nvPr>
        </p:nvSpPr>
        <p:spPr/>
        <p:txBody>
          <a:bodyPr/>
          <a:lstStyle/>
          <a:p>
            <a:r>
              <a:rPr lang="en-US" smtClean="0"/>
              <a:t>Footer Text</a:t>
            </a:r>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028701"/>
            <a:ext cx="7772400" cy="1878806"/>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3051573"/>
            <a:ext cx="7772400" cy="848915"/>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9CAEA93-55E7-4DA9-90C2-089A26EEFEC4}" type="datetime1">
              <a:rPr lang="en-US" smtClean="0"/>
              <a:t>6/10/2026</a:t>
            </a:fld>
            <a:endParaRPr lang="en-US"/>
          </a:p>
        </p:txBody>
      </p:sp>
      <p:sp>
        <p:nvSpPr>
          <p:cNvPr id="5" name="Footer Placeholder 4"/>
          <p:cNvSpPr>
            <a:spLocks noGrp="1"/>
          </p:cNvSpPr>
          <p:nvPr>
            <p:ph type="ftr" sz="quarter" idx="11"/>
          </p:nvPr>
        </p:nvSpPr>
        <p:spPr/>
        <p:txBody>
          <a:bodyPr/>
          <a:lstStyle/>
          <a:p>
            <a:r>
              <a:rPr lang="en-US" smtClean="0"/>
              <a:t>Footer Text</a:t>
            </a:r>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7" name="Oval 6"/>
          <p:cNvSpPr/>
          <p:nvPr/>
        </p:nvSpPr>
        <p:spPr>
          <a:xfrm>
            <a:off x="4495800"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200151"/>
            <a:ext cx="4038600" cy="3394472"/>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E34CF3C7-6809-4F39-BD67-A75817BDDE0A}" type="datetime1">
              <a:rPr lang="en-US" smtClean="0"/>
              <a:t>6/10/2026</a:t>
            </a:fld>
            <a:endParaRPr lang="en-US"/>
          </a:p>
        </p:txBody>
      </p:sp>
      <p:sp>
        <p:nvSpPr>
          <p:cNvPr id="6" name="Footer Placeholder 5"/>
          <p:cNvSpPr>
            <a:spLocks noGrp="1"/>
          </p:cNvSpPr>
          <p:nvPr>
            <p:ph type="ftr" sz="quarter" idx="11"/>
          </p:nvPr>
        </p:nvSpPr>
        <p:spPr/>
        <p:txBody>
          <a:bodyPr/>
          <a:lstStyle/>
          <a:p>
            <a:r>
              <a:rPr lang="en-US" smtClean="0"/>
              <a:t>Footer Text</a:t>
            </a:r>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9" name="Content Placeholder 8"/>
          <p:cNvSpPr>
            <a:spLocks noGrp="1"/>
          </p:cNvSpPr>
          <p:nvPr>
            <p:ph sz="quarter" idx="13"/>
          </p:nvPr>
        </p:nvSpPr>
        <p:spPr>
          <a:xfrm>
            <a:off x="365760" y="1200150"/>
            <a:ext cx="4041648" cy="339471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200150"/>
            <a:ext cx="4040188"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1" y="1200150"/>
            <a:ext cx="4041775"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F7EAEB24-CE78-465C-A726-91D0868FA48F}" type="datetime1">
              <a:rPr lang="en-US" smtClean="0"/>
              <a:t>6/10/2026</a:t>
            </a:fld>
            <a:endParaRPr lang="en-US"/>
          </a:p>
        </p:txBody>
      </p:sp>
      <p:sp>
        <p:nvSpPr>
          <p:cNvPr id="8" name="Footer Placeholder 7"/>
          <p:cNvSpPr>
            <a:spLocks noGrp="1"/>
          </p:cNvSpPr>
          <p:nvPr>
            <p:ph type="ftr" sz="quarter" idx="11"/>
          </p:nvPr>
        </p:nvSpPr>
        <p:spPr/>
        <p:txBody>
          <a:bodyPr/>
          <a:lstStyle/>
          <a:p>
            <a:r>
              <a:rPr lang="en-US" smtClean="0"/>
              <a:t>Footer Text</a:t>
            </a:r>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1" name="Content Placeholder 10"/>
          <p:cNvSpPr>
            <a:spLocks noGrp="1"/>
          </p:cNvSpPr>
          <p:nvPr>
            <p:ph sz="quarter" idx="13"/>
          </p:nvPr>
        </p:nvSpPr>
        <p:spPr>
          <a:xfrm>
            <a:off x="457200" y="1659636"/>
            <a:ext cx="4041648" cy="293522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1659637"/>
            <a:ext cx="4041648" cy="293489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0BAADF0-1749-4E8B-9691-B44A5F8C0895}" type="datetime1">
              <a:rPr lang="en-US" smtClean="0"/>
              <a:t>6/10/2026</a:t>
            </a:fld>
            <a:endParaRPr lang="en-US"/>
          </a:p>
        </p:txBody>
      </p:sp>
      <p:sp>
        <p:nvSpPr>
          <p:cNvPr id="4" name="Footer Placeholder 3"/>
          <p:cNvSpPr>
            <a:spLocks noGrp="1"/>
          </p:cNvSpPr>
          <p:nvPr>
            <p:ph type="ftr" sz="quarter" idx="11"/>
          </p:nvPr>
        </p:nvSpPr>
        <p:spPr/>
        <p:txBody>
          <a:bodyPr/>
          <a:lstStyle/>
          <a:p>
            <a:r>
              <a:rPr lang="en-US" smtClean="0"/>
              <a:t>Footer Text</a:t>
            </a:r>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AF628A-A867-4937-BBE5-207DB6F9C51A}" type="datetime1">
              <a:rPr lang="en-US" smtClean="0"/>
              <a:t>6/10/2026</a:t>
            </a:fld>
            <a:endParaRPr lang="en-US"/>
          </a:p>
        </p:txBody>
      </p:sp>
      <p:sp>
        <p:nvSpPr>
          <p:cNvPr id="3" name="Footer Placeholder 2"/>
          <p:cNvSpPr>
            <a:spLocks noGrp="1"/>
          </p:cNvSpPr>
          <p:nvPr>
            <p:ph type="ftr" sz="quarter" idx="11"/>
          </p:nvPr>
        </p:nvSpPr>
        <p:spPr/>
        <p:txBody>
          <a:bodyPr/>
          <a:lstStyle/>
          <a:p>
            <a:r>
              <a:rPr lang="en-US" smtClean="0"/>
              <a:t>Footer Text</a:t>
            </a:r>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8" y="200025"/>
            <a:ext cx="3008313" cy="1571625"/>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8" y="204788"/>
            <a:ext cx="4995863"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8" y="1828801"/>
            <a:ext cx="3008313" cy="2765822"/>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8BBB94-68E6-4675-A946-F1C5994EDBD7}" type="datetime1">
              <a:rPr lang="en-US" smtClean="0"/>
              <a:t>6/10/2026</a:t>
            </a:fld>
            <a:endParaRPr lang="en-US"/>
          </a:p>
        </p:txBody>
      </p:sp>
      <p:sp>
        <p:nvSpPr>
          <p:cNvPr id="6" name="Footer Placeholder 5"/>
          <p:cNvSpPr>
            <a:spLocks noGrp="1"/>
          </p:cNvSpPr>
          <p:nvPr>
            <p:ph type="ftr" sz="quarter" idx="11"/>
          </p:nvPr>
        </p:nvSpPr>
        <p:spPr/>
        <p:txBody>
          <a:bodyPr/>
          <a:lstStyle/>
          <a:p>
            <a:r>
              <a:rPr lang="en-US" smtClean="0"/>
              <a:t>Footer Text</a:t>
            </a:r>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171450"/>
            <a:ext cx="5711824" cy="671513"/>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857250"/>
            <a:ext cx="6054724" cy="3405783"/>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4357688"/>
            <a:ext cx="5711824" cy="40005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3B8377-21E3-4835-B75D-4E2847E2750F}" type="datetime1">
              <a:rPr lang="en-US" smtClean="0"/>
              <a:t>6/10/2026</a:t>
            </a:fld>
            <a:endParaRPr lang="en-US"/>
          </a:p>
        </p:txBody>
      </p:sp>
      <p:sp>
        <p:nvSpPr>
          <p:cNvPr id="6" name="Footer Placeholder 5"/>
          <p:cNvSpPr>
            <a:spLocks noGrp="1"/>
          </p:cNvSpPr>
          <p:nvPr>
            <p:ph type="ftr" sz="quarter" idx="11"/>
          </p:nvPr>
        </p:nvSpPr>
        <p:spPr/>
        <p:txBody>
          <a:bodyPr/>
          <a:lstStyle/>
          <a:p>
            <a:r>
              <a:rPr lang="en-US" smtClean="0"/>
              <a:t>Footer Text</a:t>
            </a:r>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051B39-B140-43FE-96DB-472A2B59CE7C}" type="datetime1">
              <a:rPr lang="en-US" smtClean="0"/>
              <a:t>6/10/2026</a:t>
            </a:fld>
            <a:endParaRPr lang="en-US"/>
          </a:p>
        </p:txBody>
      </p:sp>
      <p:sp>
        <p:nvSpPr>
          <p:cNvPr id="5" name="Footer Placeholder 4"/>
          <p:cNvSpPr>
            <a:spLocks noGrp="1"/>
          </p:cNvSpPr>
          <p:nvPr>
            <p:ph type="ftr" sz="quarter" idx="11"/>
          </p:nvPr>
        </p:nvSpPr>
        <p:spPr/>
        <p:txBody>
          <a:bodyPr/>
          <a:lstStyle/>
          <a:p>
            <a:r>
              <a:rPr lang="en-US" smtClean="0"/>
              <a:t>Footer Text</a:t>
            </a:r>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A600BB2-27C5-458B-ABCE-839C88CF47CE}" type="datetime1">
              <a:rPr lang="en-US" smtClean="0"/>
              <a:t>6/10/2026</a:t>
            </a:fld>
            <a:endParaRPr lang="en-US"/>
          </a:p>
        </p:txBody>
      </p:sp>
      <p:sp>
        <p:nvSpPr>
          <p:cNvPr id="5" name="Footer Placeholder 4"/>
          <p:cNvSpPr>
            <a:spLocks noGrp="1"/>
          </p:cNvSpPr>
          <p:nvPr>
            <p:ph type="ftr" sz="quarter" idx="11"/>
          </p:nvPr>
        </p:nvSpPr>
        <p:spPr/>
        <p:txBody>
          <a:bodyPr/>
          <a:lstStyle/>
          <a:p>
            <a:r>
              <a:rPr lang="en-US" smtClean="0"/>
              <a:t>Footer Text</a:t>
            </a:r>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20015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8" y="4767263"/>
            <a:ext cx="2085975" cy="273844"/>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B0C4986D-6BE9-4264-908F-02DB36FD8D6C}" type="datetime1">
              <a:rPr lang="en-US" smtClean="0"/>
              <a:t>6/10/2026</a:t>
            </a:fld>
            <a:endParaRPr lang="en-US" dirty="0"/>
          </a:p>
        </p:txBody>
      </p:sp>
      <p:sp>
        <p:nvSpPr>
          <p:cNvPr id="5" name="Footer Placeholder 4"/>
          <p:cNvSpPr>
            <a:spLocks noGrp="1"/>
          </p:cNvSpPr>
          <p:nvPr>
            <p:ph type="ftr" sz="quarter" idx="3"/>
          </p:nvPr>
        </p:nvSpPr>
        <p:spPr>
          <a:xfrm>
            <a:off x="659166" y="4767263"/>
            <a:ext cx="2847975" cy="273844"/>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r>
              <a:rPr lang="en-US" smtClean="0"/>
              <a:t>Footer Text</a:t>
            </a:r>
            <a:endParaRPr lang="en-US" dirty="0"/>
          </a:p>
        </p:txBody>
      </p:sp>
      <p:sp>
        <p:nvSpPr>
          <p:cNvPr id="6" name="Slide Number Placeholder 5"/>
          <p:cNvSpPr>
            <a:spLocks noGrp="1"/>
          </p:cNvSpPr>
          <p:nvPr>
            <p:ph type="sldNum" sz="quarter" idx="4"/>
          </p:nvPr>
        </p:nvSpPr>
        <p:spPr>
          <a:xfrm>
            <a:off x="8543279" y="4767263"/>
            <a:ext cx="561975" cy="273844"/>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pPr marL="0" lvl="0" indent="0" algn="r" rtl="0">
              <a:spcBef>
                <a:spcPts val="0"/>
              </a:spcBef>
              <a:spcAft>
                <a:spcPts val="0"/>
              </a:spcAft>
              <a:buNone/>
            </a:pPr>
            <a:fld id="{00000000-1234-1234-1234-123412341234}" type="slidenum">
              <a:rPr lang="en" smtClean="0"/>
              <a:t>‹#›</a:t>
            </a:fld>
            <a:endParaRPr lang="en"/>
          </a:p>
        </p:txBody>
      </p:sp>
      <p:sp>
        <p:nvSpPr>
          <p:cNvPr id="7" name="Oval 6"/>
          <p:cNvSpPr/>
          <p:nvPr/>
        </p:nvSpPr>
        <p:spPr>
          <a:xfrm>
            <a:off x="8457760"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303498"/>
            <a:ext cx="7772400" cy="1102519"/>
          </a:xfrm>
        </p:spPr>
        <p:txBody>
          <a:bodyPr/>
          <a:lstStyle/>
          <a:p>
            <a:r>
              <a:rPr lang="en-SG" dirty="0" smtClean="0"/>
              <a:t>Scenario</a:t>
            </a:r>
            <a:endParaRPr lang="en-SG" dirty="0"/>
          </a:p>
        </p:txBody>
      </p:sp>
      <p:sp>
        <p:nvSpPr>
          <p:cNvPr id="3" name="Subtitle 2"/>
          <p:cNvSpPr>
            <a:spLocks noGrp="1"/>
          </p:cNvSpPr>
          <p:nvPr>
            <p:ph type="subTitle" idx="1"/>
          </p:nvPr>
        </p:nvSpPr>
        <p:spPr>
          <a:xfrm>
            <a:off x="683568" y="1508466"/>
            <a:ext cx="7776864" cy="2899488"/>
          </a:xfrm>
        </p:spPr>
        <p:txBody>
          <a:bodyPr>
            <a:noAutofit/>
          </a:bodyPr>
          <a:lstStyle/>
          <a:p>
            <a:pPr algn="l"/>
            <a:r>
              <a:rPr lang="en-GB" sz="1200" dirty="0"/>
              <a:t>You're a junior security analyst, an entry-level professional responsible for monitoring networks and investigating security incidents. Your system has flagged some unusual activity. Your task is to review the following simplified log data to identify potential threats or policy violations.</a:t>
            </a:r>
          </a:p>
          <a:p>
            <a:pPr algn="l"/>
            <a:endParaRPr lang="en-GB" sz="1200" dirty="0" smtClean="0"/>
          </a:p>
          <a:p>
            <a:pPr algn="l"/>
            <a:r>
              <a:rPr lang="en-GB" sz="1200" dirty="0" smtClean="0"/>
              <a:t>You'll </a:t>
            </a:r>
            <a:r>
              <a:rPr lang="en-GB" sz="1200" dirty="0"/>
              <a:t>be using </a:t>
            </a:r>
            <a:r>
              <a:rPr lang="en-GB" sz="1200" b="1" dirty="0" err="1"/>
              <a:t>NotebookLM</a:t>
            </a:r>
            <a:r>
              <a:rPr lang="en-GB" sz="1200" dirty="0"/>
              <a:t>, an AI-powered tool, to help you with this investigation. It can assist you in sifting through data to find key patterns and anomalies, just like a modern analyst would</a:t>
            </a:r>
            <a:r>
              <a:rPr lang="en-GB" sz="1200" dirty="0" smtClean="0"/>
              <a:t>.</a:t>
            </a:r>
          </a:p>
          <a:p>
            <a:pPr algn="l"/>
            <a:endParaRPr lang="en-GB" sz="1200" dirty="0"/>
          </a:p>
          <a:p>
            <a:pPr algn="l"/>
            <a:r>
              <a:rPr lang="en-GB" sz="1200" b="1" dirty="0" smtClean="0"/>
              <a:t>Goal:</a:t>
            </a:r>
            <a:endParaRPr lang="en-GB" sz="1200" dirty="0"/>
          </a:p>
          <a:p>
            <a:pPr algn="l"/>
            <a:r>
              <a:rPr lang="en-GB" sz="1200" dirty="0" err="1"/>
              <a:t>Analyze</a:t>
            </a:r>
            <a:r>
              <a:rPr lang="en-GB" sz="1200" dirty="0"/>
              <a:t> the log data below, identify any suspicious events, and use your findings to answer the questions.</a:t>
            </a:r>
          </a:p>
          <a:p>
            <a:pPr algn="l"/>
            <a:endParaRPr lang="en-GB" sz="1200" dirty="0"/>
          </a:p>
        </p:txBody>
      </p:sp>
    </p:spTree>
    <p:extLst>
      <p:ext uri="{BB962C8B-B14F-4D97-AF65-F5344CB8AC3E}">
        <p14:creationId xmlns:p14="http://schemas.microsoft.com/office/powerpoint/2010/main" val="2771302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55386" y="317183"/>
            <a:ext cx="8846454" cy="2200465"/>
            <a:chOff x="155386" y="1109663"/>
            <a:chExt cx="8846454" cy="2200465"/>
          </a:xfrm>
        </p:grpSpPr>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386" y="1109663"/>
              <a:ext cx="5022070" cy="2200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7456" y="1265013"/>
              <a:ext cx="3824384" cy="2032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6" name="TextBox 5"/>
          <p:cNvSpPr txBox="1"/>
          <p:nvPr/>
        </p:nvSpPr>
        <p:spPr>
          <a:xfrm>
            <a:off x="573024" y="3182112"/>
            <a:ext cx="7991856" cy="1600438"/>
          </a:xfrm>
          <a:prstGeom prst="rect">
            <a:avLst/>
          </a:prstGeom>
          <a:noFill/>
        </p:spPr>
        <p:txBody>
          <a:bodyPr wrap="square" rtlCol="0">
            <a:spAutoFit/>
          </a:bodyPr>
          <a:lstStyle/>
          <a:p>
            <a:r>
              <a:rPr lang="en-GB" b="1" dirty="0"/>
              <a:t>Investigate with the AI:</a:t>
            </a:r>
            <a:r>
              <a:rPr lang="en-GB" dirty="0"/>
              <a:t> Think like a detective. Ask </a:t>
            </a:r>
            <a:r>
              <a:rPr lang="en-GB" dirty="0" err="1"/>
              <a:t>NotebookLM</a:t>
            </a:r>
            <a:r>
              <a:rPr lang="en-GB" dirty="0"/>
              <a:t> questions to help you understand the data. Some good starting prompts might be</a:t>
            </a:r>
            <a:r>
              <a:rPr lang="en-GB" dirty="0" smtClean="0"/>
              <a:t>:</a:t>
            </a:r>
          </a:p>
          <a:p>
            <a:endParaRPr lang="en-GB" dirty="0"/>
          </a:p>
          <a:p>
            <a:pPr marL="342900" lvl="1" indent="-342900">
              <a:buFont typeface="+mj-lt"/>
              <a:buAutoNum type="alphaLcParenR"/>
            </a:pPr>
            <a:r>
              <a:rPr lang="en-GB" dirty="0"/>
              <a:t>"What do these logs tell me about user activity?"</a:t>
            </a:r>
          </a:p>
          <a:p>
            <a:pPr marL="342900" lvl="1" indent="-342900">
              <a:buFont typeface="+mj-lt"/>
              <a:buAutoNum type="alphaLcParenR"/>
            </a:pPr>
            <a:r>
              <a:rPr lang="en-GB" dirty="0"/>
              <a:t>"Can you identify any events that seem out of the ordinary?"</a:t>
            </a:r>
          </a:p>
          <a:p>
            <a:pPr marL="342900" lvl="1" indent="-342900">
              <a:buFont typeface="+mj-lt"/>
              <a:buAutoNum type="alphaLcParenR"/>
            </a:pPr>
            <a:r>
              <a:rPr lang="en-GB" dirty="0"/>
              <a:t>“Based on a security perspective, what are the most concerning log entries and why?"</a:t>
            </a:r>
          </a:p>
          <a:p>
            <a:endParaRPr lang="en-SG" dirty="0"/>
          </a:p>
        </p:txBody>
      </p:sp>
    </p:spTree>
    <p:extLst>
      <p:ext uri="{BB962C8B-B14F-4D97-AF65-F5344CB8AC3E}">
        <p14:creationId xmlns:p14="http://schemas.microsoft.com/office/powerpoint/2010/main" val="37024381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587" y="377189"/>
            <a:ext cx="4214527" cy="3737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2114" y="1616953"/>
            <a:ext cx="4482846" cy="1495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605193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96</TotalTime>
  <Words>173</Words>
  <Application>Microsoft Office PowerPoint</Application>
  <PresentationFormat>On-screen Show (16:9)</PresentationFormat>
  <Paragraphs>12</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Palatino Linotype</vt:lpstr>
      <vt:lpstr>Courier New</vt:lpstr>
      <vt:lpstr>Century Gothic</vt:lpstr>
      <vt:lpstr>Executive</vt:lpstr>
      <vt:lpstr>Scenario</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dc:title>
  <cp:lastModifiedBy>ZhiQian Chua</cp:lastModifiedBy>
  <cp:revision>8</cp:revision>
  <dcterms:modified xsi:type="dcterms:W3CDTF">2026-06-10T10:17:55Z</dcterms:modified>
</cp:coreProperties>
</file>