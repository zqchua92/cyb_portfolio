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60" r:id="rId5"/>
    <p:sldId id="262" r:id="rId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10" d="100"/>
          <a:sy n="110" d="100"/>
        </p:scale>
        <p:origin x="-164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609601"/>
            <a:ext cx="7772400" cy="4267200"/>
          </a:xfrm>
        </p:spPr>
        <p:txBody>
          <a:bodyPr anchor="b">
            <a:noAutofit/>
          </a:bodyPr>
          <a:lstStyle>
            <a:lvl1pPr>
              <a:lnSpc>
                <a:spcPct val="100000"/>
              </a:lnSpc>
              <a:defRPr sz="8000"/>
            </a:lvl1pPr>
          </a:lstStyle>
          <a:p>
            <a:r>
              <a:rPr lang="en-US" smtClean="0"/>
              <a:t>Click to edit Master title style</a:t>
            </a:r>
            <a:endParaRPr lang="en-US" dirty="0"/>
          </a:p>
        </p:txBody>
      </p:sp>
      <p:sp>
        <p:nvSpPr>
          <p:cNvPr id="3" name="Subtitle 2"/>
          <p:cNvSpPr>
            <a:spLocks noGrp="1"/>
          </p:cNvSpPr>
          <p:nvPr>
            <p:ph type="subTitle" idx="1"/>
          </p:nvPr>
        </p:nvSpPr>
        <p:spPr>
          <a:xfrm>
            <a:off x="1371600" y="4953000"/>
            <a:ext cx="6400800" cy="1219200"/>
          </a:xfrm>
        </p:spPr>
        <p:txBody>
          <a:bodyPr>
            <a:normAutofit/>
          </a:bodyPr>
          <a:lstStyle>
            <a:lvl1pPr marL="0" indent="0" algn="ctr">
              <a:buNone/>
              <a:defRPr sz="2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7" name="Date Placeholder 6"/>
          <p:cNvSpPr>
            <a:spLocks noGrp="1"/>
          </p:cNvSpPr>
          <p:nvPr>
            <p:ph type="dt" sz="half" idx="10"/>
          </p:nvPr>
        </p:nvSpPr>
        <p:spPr/>
        <p:txBody>
          <a:bodyPr/>
          <a:lstStyle/>
          <a:p>
            <a:fld id="{C81D1448-F56A-427E-B4D3-154671AD8545}" type="datetimeFigureOut">
              <a:rPr lang="en-SG" smtClean="0"/>
              <a:t>10/6/2026</a:t>
            </a:fld>
            <a:endParaRPr lang="en-SG"/>
          </a:p>
        </p:txBody>
      </p:sp>
      <p:sp>
        <p:nvSpPr>
          <p:cNvPr id="8" name="Slide Number Placeholder 7"/>
          <p:cNvSpPr>
            <a:spLocks noGrp="1"/>
          </p:cNvSpPr>
          <p:nvPr>
            <p:ph type="sldNum" sz="quarter" idx="11"/>
          </p:nvPr>
        </p:nvSpPr>
        <p:spPr/>
        <p:txBody>
          <a:bodyPr/>
          <a:lstStyle/>
          <a:p>
            <a:fld id="{C5804EC2-4BFC-4480-AE2A-23FA0465B8FA}" type="slidenum">
              <a:rPr lang="en-SG" smtClean="0"/>
              <a:t>‹#›</a:t>
            </a:fld>
            <a:endParaRPr lang="en-SG"/>
          </a:p>
        </p:txBody>
      </p:sp>
      <p:sp>
        <p:nvSpPr>
          <p:cNvPr id="9" name="Footer Placeholder 8"/>
          <p:cNvSpPr>
            <a:spLocks noGrp="1"/>
          </p:cNvSpPr>
          <p:nvPr>
            <p:ph type="ftr" sz="quarter" idx="12"/>
          </p:nvPr>
        </p:nvSpPr>
        <p:spPr/>
        <p:txBody>
          <a:bodyPr/>
          <a:lstStyle/>
          <a:p>
            <a:endParaRPr lang="en-SG"/>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lvl5pPr>
              <a:defRPr/>
            </a:lvl5pPr>
            <a:lvl6pPr>
              <a:defRPr/>
            </a:lvl6pPr>
            <a:lvl7pPr>
              <a:defRPr/>
            </a:lvl7pPr>
            <a:lvl8pPr>
              <a:defRPr/>
            </a:lvl8pPr>
            <a:lvl9pPr>
              <a:buFont typeface="Arial" pitchFamily="34" charset="0"/>
              <a:buChar char="•"/>
              <a:defRPr/>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10"/>
          </p:nvPr>
        </p:nvSpPr>
        <p:spPr/>
        <p:txBody>
          <a:bodyPr/>
          <a:lstStyle/>
          <a:p>
            <a:fld id="{C81D1448-F56A-427E-B4D3-154671AD8545}" type="datetimeFigureOut">
              <a:rPr lang="en-SG" smtClean="0"/>
              <a:t>10/6/2026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1371600"/>
            <a:ext cx="7772400" cy="2505075"/>
          </a:xfrm>
        </p:spPr>
        <p:txBody>
          <a:bodyPr anchor="b"/>
          <a:lstStyle>
            <a:lvl1pPr algn="ctr" defTabSz="914400" rtl="0" eaLnBrk="1" latinLnBrk="0" hangingPunct="1">
              <a:lnSpc>
                <a:spcPct val="100000"/>
              </a:lnSpc>
              <a:spcBef>
                <a:spcPct val="0"/>
              </a:spcBef>
              <a:buNone/>
              <a:defRPr lang="en-US" sz="4800" kern="1200" dirty="0" smtClean="0">
                <a:solidFill>
                  <a:schemeClr val="tx2"/>
                </a:solidFill>
                <a:effectLst>
                  <a:outerShdw blurRad="63500" dist="38100" dir="5400000" algn="t" rotWithShape="0">
                    <a:prstClr val="black">
                      <a:alpha val="25000"/>
                    </a:prstClr>
                  </a:outerShdw>
                </a:effectLst>
                <a:latin typeface="+mn-lt"/>
                <a:ea typeface="+mj-ea"/>
                <a:cs typeface="+mj-cs"/>
              </a:defRPr>
            </a:lvl1pPr>
          </a:lstStyle>
          <a:p>
            <a:r>
              <a:rPr lang="en-US" smtClean="0"/>
              <a:t>Click to edit Master title style</a:t>
            </a:r>
            <a:endParaRPr lang="en-US" dirty="0"/>
          </a:p>
        </p:txBody>
      </p:sp>
      <p:sp>
        <p:nvSpPr>
          <p:cNvPr id="3" name="Text Placeholder 2"/>
          <p:cNvSpPr>
            <a:spLocks noGrp="1"/>
          </p:cNvSpPr>
          <p:nvPr>
            <p:ph type="body" idx="1"/>
          </p:nvPr>
        </p:nvSpPr>
        <p:spPr>
          <a:xfrm>
            <a:off x="722313" y="4068763"/>
            <a:ext cx="7772400" cy="1131887"/>
          </a:xfrm>
        </p:spPr>
        <p:txBody>
          <a:bodyPr anchor="t"/>
          <a:lstStyle>
            <a:lvl1pPr marL="0" indent="0" algn="ctr">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81D1448-F56A-427E-B4D3-154671AD8545}" type="datetimeFigureOut">
              <a:rPr lang="en-SG" smtClean="0"/>
              <a:t>10/6/2026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5804EC2-4BFC-4480-AE2A-23FA0465B8FA}" type="slidenum">
              <a:rPr lang="en-SG" smtClean="0"/>
              <a:t>‹#›</a:t>
            </a:fld>
            <a:endParaRPr lang="en-SG"/>
          </a:p>
        </p:txBody>
      </p:sp>
      <p:sp>
        <p:nvSpPr>
          <p:cNvPr id="7" name="Oval 6"/>
          <p:cNvSpPr/>
          <p:nvPr/>
        </p:nvSpPr>
        <p:spPr>
          <a:xfrm>
            <a:off x="4495800"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4695825"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4296728"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3"/>
          <p:cNvSpPr>
            <a:spLocks noGrp="1"/>
          </p:cNvSpPr>
          <p:nvPr>
            <p:ph sz="half" idx="2"/>
          </p:nvPr>
        </p:nvSpPr>
        <p:spPr>
          <a:xfrm>
            <a:off x="4648200" y="1600200"/>
            <a:ext cx="4038600" cy="4525963"/>
          </a:xfrm>
        </p:spPr>
        <p:txBody>
          <a:bodyPr/>
          <a:lstStyle>
            <a:lvl1pPr>
              <a:defRPr sz="24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Date Placeholder 4"/>
          <p:cNvSpPr>
            <a:spLocks noGrp="1"/>
          </p:cNvSpPr>
          <p:nvPr>
            <p:ph type="dt" sz="half" idx="10"/>
          </p:nvPr>
        </p:nvSpPr>
        <p:spPr/>
        <p:txBody>
          <a:bodyPr/>
          <a:lstStyle/>
          <a:p>
            <a:fld id="{C81D1448-F56A-427E-B4D3-154671AD8545}" type="datetimeFigureOut">
              <a:rPr lang="en-SG" smtClean="0"/>
              <a:t>10/6/2026</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C5804EC2-4BFC-4480-AE2A-23FA0465B8FA}" type="slidenum">
              <a:rPr lang="en-SG" smtClean="0"/>
              <a:t>‹#›</a:t>
            </a:fld>
            <a:endParaRPr lang="en-SG"/>
          </a:p>
        </p:txBody>
      </p:sp>
      <p:sp>
        <p:nvSpPr>
          <p:cNvPr id="9" name="Content Placeholder 8"/>
          <p:cNvSpPr>
            <a:spLocks noGrp="1"/>
          </p:cNvSpPr>
          <p:nvPr>
            <p:ph sz="quarter" idx="13"/>
          </p:nvPr>
        </p:nvSpPr>
        <p:spPr>
          <a:xfrm>
            <a:off x="365760" y="1600200"/>
            <a:ext cx="4041648" cy="452628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600200"/>
            <a:ext cx="4040188"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5" name="Text Placeholder 4"/>
          <p:cNvSpPr>
            <a:spLocks noGrp="1"/>
          </p:cNvSpPr>
          <p:nvPr>
            <p:ph type="body" sz="quarter" idx="3"/>
          </p:nvPr>
        </p:nvSpPr>
        <p:spPr>
          <a:xfrm>
            <a:off x="4648200" y="1600200"/>
            <a:ext cx="4041775"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7" name="Date Placeholder 6"/>
          <p:cNvSpPr>
            <a:spLocks noGrp="1"/>
          </p:cNvSpPr>
          <p:nvPr>
            <p:ph type="dt" sz="half" idx="10"/>
          </p:nvPr>
        </p:nvSpPr>
        <p:spPr/>
        <p:txBody>
          <a:bodyPr/>
          <a:lstStyle/>
          <a:p>
            <a:fld id="{C81D1448-F56A-427E-B4D3-154671AD8545}" type="datetimeFigureOut">
              <a:rPr lang="en-SG" smtClean="0"/>
              <a:t>10/6/2026</a:t>
            </a:fld>
            <a:endParaRPr lang="en-SG"/>
          </a:p>
        </p:txBody>
      </p:sp>
      <p:sp>
        <p:nvSpPr>
          <p:cNvPr id="8" name="Footer Placeholder 7"/>
          <p:cNvSpPr>
            <a:spLocks noGrp="1"/>
          </p:cNvSpPr>
          <p:nvPr>
            <p:ph type="ftr" sz="quarter" idx="11"/>
          </p:nvPr>
        </p:nvSpPr>
        <p:spPr/>
        <p:txBody>
          <a:bodyPr/>
          <a:lstStyle/>
          <a:p>
            <a:endParaRPr lang="en-SG"/>
          </a:p>
        </p:txBody>
      </p:sp>
      <p:sp>
        <p:nvSpPr>
          <p:cNvPr id="9" name="Slide Number Placeholder 8"/>
          <p:cNvSpPr>
            <a:spLocks noGrp="1"/>
          </p:cNvSpPr>
          <p:nvPr>
            <p:ph type="sldNum" sz="quarter" idx="12"/>
          </p:nvPr>
        </p:nvSpPr>
        <p:spPr/>
        <p:txBody>
          <a:bodyPr/>
          <a:lstStyle/>
          <a:p>
            <a:fld id="{C5804EC2-4BFC-4480-AE2A-23FA0465B8FA}" type="slidenum">
              <a:rPr lang="en-SG" smtClean="0"/>
              <a:t>‹#›</a:t>
            </a:fld>
            <a:endParaRPr lang="en-SG"/>
          </a:p>
        </p:txBody>
      </p:sp>
      <p:sp>
        <p:nvSpPr>
          <p:cNvPr id="11" name="Content Placeholder 10"/>
          <p:cNvSpPr>
            <a:spLocks noGrp="1"/>
          </p:cNvSpPr>
          <p:nvPr>
            <p:ph sz="quarter" idx="13"/>
          </p:nvPr>
        </p:nvSpPr>
        <p:spPr>
          <a:xfrm>
            <a:off x="457200" y="2212848"/>
            <a:ext cx="4041648" cy="391363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3" name="Content Placeholder 12"/>
          <p:cNvSpPr>
            <a:spLocks noGrp="1"/>
          </p:cNvSpPr>
          <p:nvPr>
            <p:ph sz="quarter" idx="14"/>
          </p:nvPr>
        </p:nvSpPr>
        <p:spPr>
          <a:xfrm>
            <a:off x="4672584" y="2212848"/>
            <a:ext cx="4041648" cy="391318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C81D1448-F56A-427E-B4D3-154671AD8545}" type="datetimeFigureOut">
              <a:rPr lang="en-SG" smtClean="0"/>
              <a:t>10/6/2026</a:t>
            </a:fld>
            <a:endParaRPr lang="en-SG"/>
          </a:p>
        </p:txBody>
      </p:sp>
      <p:sp>
        <p:nvSpPr>
          <p:cNvPr id="4" name="Footer Placeholder 3"/>
          <p:cNvSpPr>
            <a:spLocks noGrp="1"/>
          </p:cNvSpPr>
          <p:nvPr>
            <p:ph type="ftr" sz="quarter" idx="11"/>
          </p:nvPr>
        </p:nvSpPr>
        <p:spPr/>
        <p:txBody>
          <a:bodyPr/>
          <a:lstStyle/>
          <a:p>
            <a:endParaRPr lang="en-SG"/>
          </a:p>
        </p:txBody>
      </p:sp>
      <p:sp>
        <p:nvSpPr>
          <p:cNvPr id="5" name="Slide Number Placeholder 4"/>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81D1448-F56A-427E-B4D3-154671AD8545}" type="datetimeFigureOut">
              <a:rPr lang="en-SG" smtClean="0"/>
              <a:t>10/6/2026</a:t>
            </a:fld>
            <a:endParaRPr lang="en-SG"/>
          </a:p>
        </p:txBody>
      </p:sp>
      <p:sp>
        <p:nvSpPr>
          <p:cNvPr id="3" name="Footer Placeholder 2"/>
          <p:cNvSpPr>
            <a:spLocks noGrp="1"/>
          </p:cNvSpPr>
          <p:nvPr>
            <p:ph type="ftr" sz="quarter" idx="11"/>
          </p:nvPr>
        </p:nvSpPr>
        <p:spPr/>
        <p:txBody>
          <a:bodyPr/>
          <a:lstStyle/>
          <a:p>
            <a:endParaRPr lang="en-SG"/>
          </a:p>
        </p:txBody>
      </p:sp>
      <p:sp>
        <p:nvSpPr>
          <p:cNvPr id="4" name="Slide Number Placeholder 3"/>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07087" y="266700"/>
            <a:ext cx="3008313" cy="2095500"/>
          </a:xfrm>
        </p:spPr>
        <p:txBody>
          <a:bodyPr anchor="b"/>
          <a:lstStyle>
            <a:lvl1pPr algn="ctr">
              <a:lnSpc>
                <a:spcPct val="100000"/>
              </a:lnSpc>
              <a:defRPr sz="2800" b="0">
                <a:effectLst>
                  <a:outerShdw blurRad="50800" dist="25400" dir="5400000" algn="t" rotWithShape="0">
                    <a:prstClr val="black">
                      <a:alpha val="25000"/>
                    </a:prstClr>
                  </a:outerShdw>
                </a:effectLst>
              </a:defRPr>
            </a:lvl1pPr>
          </a:lstStyle>
          <a:p>
            <a:r>
              <a:rPr lang="en-US" smtClean="0"/>
              <a:t>Click to edit Master title style</a:t>
            </a:r>
            <a:endParaRPr lang="en-US" dirty="0"/>
          </a:p>
        </p:txBody>
      </p:sp>
      <p:sp>
        <p:nvSpPr>
          <p:cNvPr id="3" name="Content Placeholder 2"/>
          <p:cNvSpPr>
            <a:spLocks noGrp="1"/>
          </p:cNvSpPr>
          <p:nvPr>
            <p:ph idx="1"/>
          </p:nvPr>
        </p:nvSpPr>
        <p:spPr>
          <a:xfrm>
            <a:off x="719137" y="273050"/>
            <a:ext cx="4995863"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5907087" y="2438400"/>
            <a:ext cx="3008313" cy="3687763"/>
          </a:xfrm>
        </p:spPr>
        <p:txBody>
          <a:bodyPr>
            <a:normAutofit/>
          </a:bodyPr>
          <a:lstStyle>
            <a:lvl1pPr marL="0" indent="0" algn="ctr">
              <a:lnSpc>
                <a:spcPct val="125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81D1448-F56A-427E-B4D3-154671AD8545}" type="datetimeFigureOut">
              <a:rPr lang="en-SG" smtClean="0"/>
              <a:t>10/6/2026</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576" y="228600"/>
            <a:ext cx="5711824" cy="895350"/>
          </a:xfrm>
        </p:spPr>
        <p:txBody>
          <a:bodyPr anchor="b"/>
          <a:lstStyle>
            <a:lvl1pPr algn="ctr">
              <a:lnSpc>
                <a:spcPct val="100000"/>
              </a:lnSpc>
              <a:defRPr sz="2800" b="0"/>
            </a:lvl1pPr>
          </a:lstStyle>
          <a:p>
            <a:r>
              <a:rPr lang="en-US" smtClean="0"/>
              <a:t>Click to edit Master title style</a:t>
            </a:r>
            <a:endParaRPr lang="en-US" dirty="0"/>
          </a:p>
        </p:txBody>
      </p:sp>
      <p:sp>
        <p:nvSpPr>
          <p:cNvPr id="3" name="Picture Placeholder 2"/>
          <p:cNvSpPr>
            <a:spLocks noGrp="1"/>
          </p:cNvSpPr>
          <p:nvPr>
            <p:ph type="pic" idx="1"/>
          </p:nvPr>
        </p:nvSpPr>
        <p:spPr>
          <a:xfrm>
            <a:off x="1508126" y="1143000"/>
            <a:ext cx="6054724" cy="4541044"/>
          </a:xfrm>
          <a:ln w="76200">
            <a:solidFill>
              <a:schemeClr val="bg1"/>
            </a:solidFill>
          </a:ln>
          <a:effectLst>
            <a:outerShdw blurRad="88900" dist="50800" dir="5400000" algn="ctr" rotWithShape="0">
              <a:srgbClr val="000000">
                <a:alpha val="25000"/>
              </a:srgbClr>
            </a:outerShdw>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679576" y="5810250"/>
            <a:ext cx="5711824" cy="5334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81D1448-F56A-427E-B4D3-154671AD8545}" type="datetimeFigureOut">
              <a:rPr lang="en-SG" smtClean="0"/>
              <a:t>10/6/2026</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81D1448-F56A-427E-B4D3-154671AD8545}" type="datetimeFigureOut">
              <a:rPr lang="en-SG" smtClean="0"/>
              <a:t>10/6/2026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81D1448-F56A-427E-B4D3-154671AD8545}" type="datetimeFigureOut">
              <a:rPr lang="en-SG" smtClean="0"/>
              <a:t>10/6/2026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0"/>
            <a:ext cx="8229600" cy="1600200"/>
          </a:xfrm>
          <a:prstGeom prst="rect">
            <a:avLst/>
          </a:prstGeom>
        </p:spPr>
        <p:txBody>
          <a:bodyPr vert="horz" lIns="91440" tIns="45720" rIns="91440" bIns="45720" rtlCol="0" anchor="b">
            <a:no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2"/>
          </p:nvPr>
        </p:nvSpPr>
        <p:spPr>
          <a:xfrm>
            <a:off x="6363347" y="6356350"/>
            <a:ext cx="2085975" cy="365125"/>
          </a:xfrm>
          <a:prstGeom prst="rect">
            <a:avLst/>
          </a:prstGeom>
        </p:spPr>
        <p:txBody>
          <a:bodyPr vert="horz" lIns="91440" tIns="45720" rIns="45720" bIns="45720" rtlCol="0" anchor="ctr"/>
          <a:lstStyle>
            <a:lvl1pPr algn="r">
              <a:defRPr sz="1200">
                <a:solidFill>
                  <a:schemeClr val="tx1">
                    <a:lumMod val="65000"/>
                    <a:lumOff val="35000"/>
                  </a:schemeClr>
                </a:solidFill>
                <a:latin typeface="Century Gothic" pitchFamily="34" charset="0"/>
              </a:defRPr>
            </a:lvl1pPr>
          </a:lstStyle>
          <a:p>
            <a:fld id="{C81D1448-F56A-427E-B4D3-154671AD8545}" type="datetimeFigureOut">
              <a:rPr lang="en-SG" smtClean="0"/>
              <a:t>10/6/2026</a:t>
            </a:fld>
            <a:endParaRPr lang="en-SG"/>
          </a:p>
        </p:txBody>
      </p:sp>
      <p:sp>
        <p:nvSpPr>
          <p:cNvPr id="5" name="Footer Placeholder 4"/>
          <p:cNvSpPr>
            <a:spLocks noGrp="1"/>
          </p:cNvSpPr>
          <p:nvPr>
            <p:ph type="ftr" sz="quarter" idx="3"/>
          </p:nvPr>
        </p:nvSpPr>
        <p:spPr>
          <a:xfrm>
            <a:off x="659165" y="6356350"/>
            <a:ext cx="2847975" cy="365125"/>
          </a:xfrm>
          <a:prstGeom prst="rect">
            <a:avLst/>
          </a:prstGeom>
        </p:spPr>
        <p:txBody>
          <a:bodyPr vert="horz" lIns="45720" tIns="45720" rIns="91440" bIns="45720" rtlCol="0" anchor="ctr"/>
          <a:lstStyle>
            <a:lvl1pPr algn="l">
              <a:defRPr sz="1200">
                <a:solidFill>
                  <a:schemeClr val="tx1">
                    <a:lumMod val="65000"/>
                    <a:lumOff val="35000"/>
                  </a:schemeClr>
                </a:solidFill>
                <a:latin typeface="Century Gothic" pitchFamily="34" charset="0"/>
              </a:defRPr>
            </a:lvl1pPr>
          </a:lstStyle>
          <a:p>
            <a:endParaRPr lang="en-SG"/>
          </a:p>
        </p:txBody>
      </p:sp>
      <p:sp>
        <p:nvSpPr>
          <p:cNvPr id="6" name="Slide Number Placeholder 5"/>
          <p:cNvSpPr>
            <a:spLocks noGrp="1"/>
          </p:cNvSpPr>
          <p:nvPr>
            <p:ph type="sldNum" sz="quarter" idx="4"/>
          </p:nvPr>
        </p:nvSpPr>
        <p:spPr>
          <a:xfrm>
            <a:off x="8543278" y="6356350"/>
            <a:ext cx="561975" cy="365125"/>
          </a:xfrm>
          <a:prstGeom prst="rect">
            <a:avLst/>
          </a:prstGeom>
        </p:spPr>
        <p:txBody>
          <a:bodyPr vert="horz" lIns="27432" tIns="45720" rIns="45720" bIns="45720" rtlCol="0" anchor="ctr"/>
          <a:lstStyle>
            <a:lvl1pPr algn="l">
              <a:defRPr sz="1200">
                <a:solidFill>
                  <a:schemeClr val="tx1">
                    <a:lumMod val="65000"/>
                    <a:lumOff val="35000"/>
                  </a:schemeClr>
                </a:solidFill>
                <a:latin typeface="Century Gothic" pitchFamily="34" charset="0"/>
              </a:defRPr>
            </a:lvl1pPr>
          </a:lstStyle>
          <a:p>
            <a:fld id="{C5804EC2-4BFC-4480-AE2A-23FA0465B8FA}" type="slidenum">
              <a:rPr lang="en-SG" smtClean="0"/>
              <a:t>‹#›</a:t>
            </a:fld>
            <a:endParaRPr lang="en-SG"/>
          </a:p>
        </p:txBody>
      </p:sp>
      <p:sp>
        <p:nvSpPr>
          <p:cNvPr id="7" name="Oval 6"/>
          <p:cNvSpPr/>
          <p:nvPr/>
        </p:nvSpPr>
        <p:spPr>
          <a:xfrm>
            <a:off x="8457760" y="6499384"/>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8" name="Oval 7"/>
          <p:cNvSpPr/>
          <p:nvPr/>
        </p:nvSpPr>
        <p:spPr>
          <a:xfrm>
            <a:off x="569119" y="6499384"/>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lnSpc>
          <a:spcPts val="5800"/>
        </a:lnSpc>
        <a:spcBef>
          <a:spcPct val="0"/>
        </a:spcBef>
        <a:buNone/>
        <a:defRPr sz="5400" kern="1200">
          <a:solidFill>
            <a:schemeClr val="tx2"/>
          </a:solidFill>
          <a:effectLst>
            <a:outerShdw blurRad="63500" dist="38100" dir="5400000" algn="t" rotWithShape="0">
              <a:prstClr val="black">
                <a:alpha val="25000"/>
              </a:prstClr>
            </a:outerShdw>
          </a:effectLst>
          <a:latin typeface="+mn-lt"/>
          <a:ea typeface="+mj-ea"/>
          <a:cs typeface="+mj-cs"/>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3568" y="-171400"/>
            <a:ext cx="7772400" cy="1470025"/>
          </a:xfrm>
        </p:spPr>
        <p:txBody>
          <a:bodyPr/>
          <a:lstStyle/>
          <a:p>
            <a:r>
              <a:rPr lang="en-SG" smtClean="0"/>
              <a:t>Scenario 1</a:t>
            </a:r>
            <a:endParaRPr lang="en-SG" dirty="0"/>
          </a:p>
        </p:txBody>
      </p:sp>
      <p:sp>
        <p:nvSpPr>
          <p:cNvPr id="3" name="Subtitle 2"/>
          <p:cNvSpPr>
            <a:spLocks noGrp="1"/>
          </p:cNvSpPr>
          <p:nvPr>
            <p:ph type="subTitle" idx="1"/>
          </p:nvPr>
        </p:nvSpPr>
        <p:spPr>
          <a:xfrm>
            <a:off x="683568" y="1196752"/>
            <a:ext cx="7704856" cy="3865984"/>
          </a:xfrm>
        </p:spPr>
        <p:txBody>
          <a:bodyPr>
            <a:noAutofit/>
          </a:bodyPr>
          <a:lstStyle/>
          <a:p>
            <a:pPr algn="l"/>
            <a:r>
              <a:rPr lang="en-GB" sz="1400" dirty="0"/>
              <a:t>A small U.S. health care clinic specializing in delivering primary-care services experienced a security incident on a Tuesday morning, at approximately 9:00 a.m. Several employees reported that they were unable to use their computers to access files like medical records. Business operations shut down because employees were unable to access the files and software needed to do their job</a:t>
            </a:r>
            <a:r>
              <a:rPr lang="en-GB" sz="1400" dirty="0" smtClean="0"/>
              <a:t>.</a:t>
            </a:r>
          </a:p>
          <a:p>
            <a:pPr algn="l"/>
            <a:endParaRPr lang="en-GB" sz="1400" dirty="0"/>
          </a:p>
          <a:p>
            <a:pPr algn="l"/>
            <a:r>
              <a:rPr lang="en-GB" sz="1400" dirty="0"/>
              <a:t>Additionally, employees also reported that a ransom note was displayed on their computers. The ransom note stated that all the company's files were encrypted by an organized group of unethical hackers who are known to target organizations in healthcare and transportation industries. In exchange for restoring access to the encrypted files, the ransom note demanded a large sum of money in exchange for the decryption key. </a:t>
            </a:r>
            <a:endParaRPr lang="en-GB" sz="1400" dirty="0" smtClean="0"/>
          </a:p>
          <a:p>
            <a:pPr algn="l"/>
            <a:endParaRPr lang="en-GB" sz="1400" dirty="0"/>
          </a:p>
          <a:p>
            <a:pPr algn="l"/>
            <a:r>
              <a:rPr lang="en-GB" sz="1400" dirty="0"/>
              <a:t>The attackers were able to gain access into the company's network by using targeted phishing emails, which were sent to several employees of the company. The phishing emails contained a malicious attachment that installed malware on the employee's computer once it was downloaded</a:t>
            </a:r>
            <a:r>
              <a:rPr lang="en-GB" sz="1400" dirty="0" smtClean="0"/>
              <a:t>.</a:t>
            </a:r>
          </a:p>
          <a:p>
            <a:pPr algn="l"/>
            <a:endParaRPr lang="en-GB" sz="1400" dirty="0"/>
          </a:p>
          <a:p>
            <a:pPr algn="l"/>
            <a:r>
              <a:rPr lang="en-GB" sz="1400" dirty="0"/>
              <a:t>Once the attackers gained access, they deployed their ransomware, which encrypted critical files. The company was unable to access critical patient data, causing major disruptions in their business operations. The company was forced to shut down their computer systems and contact several organizations to report the incident and receive technical assistance.</a:t>
            </a:r>
          </a:p>
        </p:txBody>
      </p:sp>
    </p:spTree>
    <p:extLst>
      <p:ext uri="{BB962C8B-B14F-4D97-AF65-F5344CB8AC3E}">
        <p14:creationId xmlns:p14="http://schemas.microsoft.com/office/powerpoint/2010/main" val="191919235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3568" y="-171400"/>
            <a:ext cx="7772400" cy="1470025"/>
          </a:xfrm>
        </p:spPr>
        <p:txBody>
          <a:bodyPr/>
          <a:lstStyle/>
          <a:p>
            <a:r>
              <a:rPr lang="en-SG" dirty="0" smtClean="0"/>
              <a:t>Scenario 2</a:t>
            </a:r>
            <a:endParaRPr lang="en-SG" dirty="0"/>
          </a:p>
        </p:txBody>
      </p:sp>
      <p:sp>
        <p:nvSpPr>
          <p:cNvPr id="3" name="Subtitle 2"/>
          <p:cNvSpPr>
            <a:spLocks noGrp="1"/>
          </p:cNvSpPr>
          <p:nvPr>
            <p:ph type="subTitle" idx="1"/>
          </p:nvPr>
        </p:nvSpPr>
        <p:spPr>
          <a:xfrm>
            <a:off x="683568" y="1196752"/>
            <a:ext cx="7704856" cy="3865984"/>
          </a:xfrm>
        </p:spPr>
        <p:txBody>
          <a:bodyPr>
            <a:noAutofit/>
          </a:bodyPr>
          <a:lstStyle/>
          <a:p>
            <a:pPr algn="l"/>
            <a:r>
              <a:rPr lang="en-GB" sz="1200" dirty="0"/>
              <a:t>You are a level one security operations </a:t>
            </a:r>
            <a:r>
              <a:rPr lang="en-GB" sz="1200" dirty="0" err="1"/>
              <a:t>center</a:t>
            </a:r>
            <a:r>
              <a:rPr lang="en-GB" sz="1200" dirty="0"/>
              <a:t> (SOC) analyst at a financial services company. You have received an alert about a suspicious file being downloaded on an employee's computer. </a:t>
            </a:r>
          </a:p>
          <a:p>
            <a:pPr algn="l"/>
            <a:endParaRPr lang="en-GB" sz="1200" dirty="0"/>
          </a:p>
          <a:p>
            <a:pPr algn="l"/>
            <a:r>
              <a:rPr lang="en-GB" sz="1200" dirty="0"/>
              <a:t>You investigate this alert and discover that the employee received an email containing an attachment. The attachment was a password-protected spreadsheet file. The spreadsheet's password was provided in the email. The employee downloaded the file, then entered the password to open the file. When the employee opened the file, a malicious payload was then executed on their computer. </a:t>
            </a:r>
          </a:p>
          <a:p>
            <a:pPr algn="l"/>
            <a:endParaRPr lang="en-GB" sz="1200" dirty="0"/>
          </a:p>
          <a:p>
            <a:pPr algn="l"/>
            <a:r>
              <a:rPr lang="en-GB" sz="1200" dirty="0"/>
              <a:t>You retrieve the malicious file and create a SHA256 hash of the file. You might recall from a previous course that a </a:t>
            </a:r>
            <a:r>
              <a:rPr lang="en-GB" sz="1200" b="1" dirty="0"/>
              <a:t>hash function</a:t>
            </a:r>
            <a:r>
              <a:rPr lang="en-GB" sz="1200" dirty="0"/>
              <a:t> is an algorithm that produces a code that can't be decrypted. Hashing is a cryptographic method used to uniquely identify malware, acting as the file's unique fingerprint. </a:t>
            </a:r>
          </a:p>
          <a:p>
            <a:pPr algn="l"/>
            <a:endParaRPr lang="en-GB" sz="1200" dirty="0"/>
          </a:p>
          <a:p>
            <a:pPr algn="l"/>
            <a:r>
              <a:rPr lang="en-GB" sz="1200" dirty="0"/>
              <a:t>Now that you have the file hash, you will use </a:t>
            </a:r>
            <a:r>
              <a:rPr lang="en-GB" sz="1200" dirty="0" err="1"/>
              <a:t>VirusTotal</a:t>
            </a:r>
            <a:r>
              <a:rPr lang="en-GB" sz="1200" dirty="0"/>
              <a:t> to uncover additional </a:t>
            </a:r>
            <a:r>
              <a:rPr lang="en-GB" sz="1200" dirty="0" err="1"/>
              <a:t>IoCs</a:t>
            </a:r>
            <a:r>
              <a:rPr lang="en-GB" sz="1200" dirty="0"/>
              <a:t> that are associated with the file</a:t>
            </a:r>
            <a:r>
              <a:rPr lang="en-GB" sz="1200" dirty="0" smtClean="0"/>
              <a:t>.</a:t>
            </a:r>
          </a:p>
          <a:p>
            <a:pPr algn="l"/>
            <a:r>
              <a:rPr lang="en-GB" sz="1200" dirty="0" smtClean="0"/>
              <a:t/>
            </a:r>
            <a:br>
              <a:rPr lang="en-GB" sz="1200" dirty="0" smtClean="0"/>
            </a:br>
            <a:r>
              <a:rPr lang="en-GB" sz="1200" b="1" dirty="0"/>
              <a:t>SHA256 file hash: </a:t>
            </a:r>
            <a:r>
              <a:rPr lang="en-GB" sz="1200" dirty="0"/>
              <a:t>54e6ea47eb04634d3e87fd7787e2136ccfbcc80ade34f246a12cf93bab527f6b</a:t>
            </a:r>
          </a:p>
          <a:p>
            <a:pPr algn="l"/>
            <a:endParaRPr lang="en-GB" sz="1200" dirty="0"/>
          </a:p>
          <a:p>
            <a:pPr algn="l"/>
            <a:r>
              <a:rPr lang="en-GB" sz="1200" dirty="0"/>
              <a:t>Here is a timeline of the events leading up to this alert:</a:t>
            </a:r>
          </a:p>
          <a:p>
            <a:pPr algn="l"/>
            <a:r>
              <a:rPr lang="en-GB" sz="1200" b="1" dirty="0"/>
              <a:t>1:11 p.m.: </a:t>
            </a:r>
            <a:r>
              <a:rPr lang="en-GB" sz="1200" dirty="0"/>
              <a:t>An employee receives an email containing a file attachment.</a:t>
            </a:r>
          </a:p>
          <a:p>
            <a:pPr algn="l"/>
            <a:r>
              <a:rPr lang="en-GB" sz="1200" b="1" dirty="0"/>
              <a:t>1:13 p.m.:</a:t>
            </a:r>
            <a:r>
              <a:rPr lang="en-GB" sz="1200" dirty="0"/>
              <a:t> The employee successfully downloads and opens the file.</a:t>
            </a:r>
          </a:p>
          <a:p>
            <a:pPr algn="l"/>
            <a:r>
              <a:rPr lang="en-GB" sz="1200" b="1" dirty="0"/>
              <a:t>1:15 p.m.:</a:t>
            </a:r>
            <a:r>
              <a:rPr lang="en-GB" sz="1200" dirty="0"/>
              <a:t> Multiple unauthorized executable files are created on the employee's computer.</a:t>
            </a:r>
          </a:p>
          <a:p>
            <a:pPr algn="l"/>
            <a:r>
              <a:rPr lang="en-GB" sz="1200" b="1" dirty="0"/>
              <a:t>1:20 p.m.:</a:t>
            </a:r>
            <a:r>
              <a:rPr lang="en-GB" sz="1200" dirty="0"/>
              <a:t> An intrusion detection system detects the executable files and sends out an alert to the SOC</a:t>
            </a:r>
            <a:r>
              <a:rPr lang="en-GB" sz="1200" dirty="0" smtClean="0"/>
              <a:t>.</a:t>
            </a:r>
            <a:endParaRPr lang="en-GB" sz="1200" dirty="0"/>
          </a:p>
        </p:txBody>
      </p:sp>
    </p:spTree>
    <p:extLst>
      <p:ext uri="{BB962C8B-B14F-4D97-AF65-F5344CB8AC3E}">
        <p14:creationId xmlns:p14="http://schemas.microsoft.com/office/powerpoint/2010/main" val="340935213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3568" y="-171400"/>
            <a:ext cx="7772400" cy="1470025"/>
          </a:xfrm>
        </p:spPr>
        <p:txBody>
          <a:bodyPr/>
          <a:lstStyle/>
          <a:p>
            <a:r>
              <a:rPr lang="en-SG" dirty="0" smtClean="0"/>
              <a:t>Scenario 3</a:t>
            </a:r>
            <a:endParaRPr lang="en-SG" dirty="0"/>
          </a:p>
        </p:txBody>
      </p:sp>
      <p:sp>
        <p:nvSpPr>
          <p:cNvPr id="6" name="Subtitle 2"/>
          <p:cNvSpPr txBox="1">
            <a:spLocks/>
          </p:cNvSpPr>
          <p:nvPr/>
        </p:nvSpPr>
        <p:spPr>
          <a:xfrm>
            <a:off x="683568" y="1508466"/>
            <a:ext cx="7776864" cy="2899488"/>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2400" kern="1200">
                <a:solidFill>
                  <a:schemeClr val="tx1">
                    <a:tint val="75000"/>
                  </a:schemeClr>
                </a:solidFill>
                <a:latin typeface="+mj-lt"/>
                <a:ea typeface="+mn-ea"/>
                <a:cs typeface="+mn-cs"/>
              </a:defRPr>
            </a:lvl1pPr>
            <a:lvl2pPr marL="457200" indent="0" algn="ctr" defTabSz="914400" rtl="0" eaLnBrk="1" latinLnBrk="0" hangingPunct="1">
              <a:spcBef>
                <a:spcPct val="20000"/>
              </a:spcBef>
              <a:buFont typeface="Courier New" pitchFamily="49" charset="0"/>
              <a:buNone/>
              <a:defRPr sz="1600" kern="1200">
                <a:solidFill>
                  <a:schemeClr val="tx1">
                    <a:tint val="75000"/>
                  </a:schemeClr>
                </a:solidFill>
                <a:latin typeface="+mj-lt"/>
                <a:ea typeface="+mn-ea"/>
                <a:cs typeface="+mn-cs"/>
              </a:defRPr>
            </a:lvl2pPr>
            <a:lvl3pPr marL="914400" indent="0" algn="ctr" defTabSz="914400" rtl="0" eaLnBrk="1" latinLnBrk="0" hangingPunct="1">
              <a:spcBef>
                <a:spcPct val="20000"/>
              </a:spcBef>
              <a:buFont typeface="Arial" pitchFamily="34" charset="0"/>
              <a:buNone/>
              <a:defRPr sz="1600" kern="1200">
                <a:solidFill>
                  <a:schemeClr val="tx1">
                    <a:tint val="75000"/>
                  </a:schemeClr>
                </a:solidFill>
                <a:latin typeface="+mj-lt"/>
                <a:ea typeface="+mn-ea"/>
                <a:cs typeface="+mn-cs"/>
              </a:defRPr>
            </a:lvl3pPr>
            <a:lvl4pPr marL="1371600" indent="0" algn="ctr" defTabSz="914400" rtl="0" eaLnBrk="1" latinLnBrk="0" hangingPunct="1">
              <a:spcBef>
                <a:spcPct val="20000"/>
              </a:spcBef>
              <a:buFont typeface="Courier New" pitchFamily="49" charset="0"/>
              <a:buNone/>
              <a:defRPr sz="1600" kern="1200">
                <a:solidFill>
                  <a:schemeClr val="tx1">
                    <a:tint val="75000"/>
                  </a:schemeClr>
                </a:solidFill>
                <a:latin typeface="+mj-lt"/>
                <a:ea typeface="+mn-ea"/>
                <a:cs typeface="+mn-cs"/>
              </a:defRPr>
            </a:lvl4pPr>
            <a:lvl5pPr marL="1828800" indent="0" algn="ctr" defTabSz="914400" rtl="0" eaLnBrk="1" latinLnBrk="0" hangingPunct="1">
              <a:spcBef>
                <a:spcPct val="20000"/>
              </a:spcBef>
              <a:buFont typeface="Arial" pitchFamily="34" charset="0"/>
              <a:buNone/>
              <a:defRPr sz="1600" kern="1200">
                <a:solidFill>
                  <a:schemeClr val="tx1">
                    <a:tint val="75000"/>
                  </a:schemeClr>
                </a:solidFill>
                <a:latin typeface="+mj-lt"/>
                <a:ea typeface="+mn-ea"/>
                <a:cs typeface="+mn-cs"/>
              </a:defRPr>
            </a:lvl5pPr>
            <a:lvl6pPr marL="2286000" indent="0" algn="ctr" defTabSz="914400" rtl="0" eaLnBrk="1" latinLnBrk="0" hangingPunct="1">
              <a:spcBef>
                <a:spcPct val="20000"/>
              </a:spcBef>
              <a:buFont typeface="Courier New" pitchFamily="49" charset="0"/>
              <a:buNone/>
              <a:defRPr sz="1600" kern="1200">
                <a:solidFill>
                  <a:schemeClr val="tx1">
                    <a:tint val="75000"/>
                  </a:schemeClr>
                </a:solidFill>
                <a:latin typeface="+mj-lt"/>
                <a:ea typeface="+mn-ea"/>
                <a:cs typeface="+mn-cs"/>
              </a:defRPr>
            </a:lvl6pPr>
            <a:lvl7pPr marL="2743200" indent="0" algn="ctr" defTabSz="914400" rtl="0" eaLnBrk="1" latinLnBrk="0" hangingPunct="1">
              <a:spcBef>
                <a:spcPct val="20000"/>
              </a:spcBef>
              <a:buFont typeface="Arial" pitchFamily="34" charset="0"/>
              <a:buNone/>
              <a:defRPr sz="1600" kern="1200">
                <a:solidFill>
                  <a:schemeClr val="tx1">
                    <a:tint val="75000"/>
                  </a:schemeClr>
                </a:solidFill>
                <a:latin typeface="+mj-lt"/>
                <a:ea typeface="+mn-ea"/>
                <a:cs typeface="+mn-cs"/>
              </a:defRPr>
            </a:lvl7pPr>
            <a:lvl8pPr marL="3200400" indent="0" algn="ctr" defTabSz="914400" rtl="0" eaLnBrk="1" latinLnBrk="0" hangingPunct="1">
              <a:spcBef>
                <a:spcPct val="20000"/>
              </a:spcBef>
              <a:buFont typeface="Courier New" pitchFamily="49" charset="0"/>
              <a:buNone/>
              <a:defRPr sz="1600" kern="1200">
                <a:solidFill>
                  <a:schemeClr val="tx1">
                    <a:tint val="75000"/>
                  </a:schemeClr>
                </a:solidFill>
                <a:latin typeface="+mj-lt"/>
                <a:ea typeface="+mn-ea"/>
                <a:cs typeface="+mn-cs"/>
              </a:defRPr>
            </a:lvl8pPr>
            <a:lvl9pPr marL="3657600" indent="0" algn="ctr" defTabSz="914400" rtl="0" eaLnBrk="1" latinLnBrk="0" hangingPunct="1">
              <a:spcBef>
                <a:spcPct val="20000"/>
              </a:spcBef>
              <a:buFont typeface="Arial" pitchFamily="34" charset="0"/>
              <a:buNone/>
              <a:defRPr sz="1600" kern="1200">
                <a:solidFill>
                  <a:schemeClr val="tx1">
                    <a:tint val="75000"/>
                  </a:schemeClr>
                </a:solidFill>
                <a:latin typeface="+mj-lt"/>
                <a:ea typeface="+mn-ea"/>
                <a:cs typeface="+mn-cs"/>
              </a:defRPr>
            </a:lvl9pPr>
          </a:lstStyle>
          <a:p>
            <a:pPr algn="l"/>
            <a:r>
              <a:rPr lang="en-GB" sz="1600" dirty="0" smtClean="0"/>
              <a:t>You are a level-one security operations </a:t>
            </a:r>
            <a:r>
              <a:rPr lang="en-GB" sz="1600" dirty="0" err="1" smtClean="0"/>
              <a:t>center</a:t>
            </a:r>
            <a:r>
              <a:rPr lang="en-GB" sz="1600" dirty="0" smtClean="0"/>
              <a:t> (SOC) analyst at a financial services company. Previously, you received a phishing alert about a suspicious file being downloaded on an employee's computer. After investigating the email attachment file's hash, the attachment has already been verified malicious. Now that you have this information, you must follow your organization's process to complete your investigation and resolve the alert.</a:t>
            </a:r>
          </a:p>
          <a:p>
            <a:pPr algn="l"/>
            <a:endParaRPr lang="en-GB" sz="1600" dirty="0" smtClean="0"/>
          </a:p>
          <a:p>
            <a:pPr algn="l"/>
            <a:r>
              <a:rPr lang="en-GB" sz="1600" dirty="0" smtClean="0"/>
              <a:t>Your organization's security policies and procedures describe how to respond to specific alerts, including what to do when you receive a phishing alert. </a:t>
            </a:r>
          </a:p>
          <a:p>
            <a:pPr algn="l"/>
            <a:endParaRPr lang="en-GB" sz="1600" dirty="0" smtClean="0"/>
          </a:p>
          <a:p>
            <a:pPr algn="l"/>
            <a:r>
              <a:rPr lang="en-GB" sz="1600" dirty="0" smtClean="0"/>
              <a:t>In the playbook, there is a flowchart and written instructions to help you complete your investigation and resolve the alert. At the end of your investigation, you will update the alert ticket with your findings about the incident.</a:t>
            </a:r>
            <a:endParaRPr lang="en-GB" sz="1600" dirty="0"/>
          </a:p>
        </p:txBody>
      </p:sp>
    </p:spTree>
    <p:extLst>
      <p:ext uri="{BB962C8B-B14F-4D97-AF65-F5344CB8AC3E}">
        <p14:creationId xmlns:p14="http://schemas.microsoft.com/office/powerpoint/2010/main" val="198695274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3568" y="-129257"/>
            <a:ext cx="7772400" cy="1470025"/>
          </a:xfrm>
        </p:spPr>
        <p:txBody>
          <a:bodyPr/>
          <a:lstStyle/>
          <a:p>
            <a:r>
              <a:rPr lang="en-SG" dirty="0" smtClean="0"/>
              <a:t>Scenario 4</a:t>
            </a:r>
            <a:endParaRPr lang="en-SG" dirty="0"/>
          </a:p>
        </p:txBody>
      </p:sp>
      <p:sp>
        <p:nvSpPr>
          <p:cNvPr id="3" name="Subtitle 2"/>
          <p:cNvSpPr>
            <a:spLocks noGrp="1"/>
          </p:cNvSpPr>
          <p:nvPr>
            <p:ph type="subTitle" idx="1"/>
          </p:nvPr>
        </p:nvSpPr>
        <p:spPr>
          <a:xfrm>
            <a:off x="683568" y="1340768"/>
            <a:ext cx="7776864" cy="3865984"/>
          </a:xfrm>
        </p:spPr>
        <p:txBody>
          <a:bodyPr>
            <a:noAutofit/>
          </a:bodyPr>
          <a:lstStyle/>
          <a:p>
            <a:pPr algn="l"/>
            <a:r>
              <a:rPr lang="en-GB" sz="1200" dirty="0"/>
              <a:t>You recently joined the security team as a level-one security operation </a:t>
            </a:r>
            <a:r>
              <a:rPr lang="en-GB" sz="1200" dirty="0" err="1"/>
              <a:t>center</a:t>
            </a:r>
            <a:r>
              <a:rPr lang="en-GB" sz="1200" dirty="0"/>
              <a:t> (SOC) analyst at a mid-sized retail company. Along with its physical store locations, your company also conducts operations in e-commerce, which account for 80% of its sales.</a:t>
            </a:r>
          </a:p>
          <a:p>
            <a:pPr algn="l"/>
            <a:endParaRPr lang="en-GB" sz="1200" dirty="0" smtClean="0"/>
          </a:p>
          <a:p>
            <a:pPr algn="l"/>
            <a:r>
              <a:rPr lang="en-GB" sz="1200" dirty="0" smtClean="0"/>
              <a:t>You </a:t>
            </a:r>
            <a:r>
              <a:rPr lang="en-GB" sz="1200" dirty="0"/>
              <a:t>are spending your first week of training becoming familiar with the company's security processes and procedures. Recently, the company experienced a major security incident involving a data breach of over one million users. Because this was a recent and major security incident, your team is working to prevent incidents like this from happening again. This breach happened before you began </a:t>
            </a:r>
            <a:r>
              <a:rPr lang="en-GB" sz="1200" dirty="0" smtClean="0"/>
              <a:t>working </a:t>
            </a:r>
            <a:r>
              <a:rPr lang="en-GB" sz="1200" dirty="0"/>
              <a:t>at the company. You have been asked to review the final report</a:t>
            </a:r>
            <a:r>
              <a:rPr lang="en-GB" sz="1200" dirty="0" smtClean="0"/>
              <a:t>.</a:t>
            </a:r>
          </a:p>
          <a:p>
            <a:pPr algn="l"/>
            <a:endParaRPr lang="en-GB" sz="1200" dirty="0" smtClean="0"/>
          </a:p>
          <a:p>
            <a:pPr algn="l"/>
            <a:endParaRPr lang="en-GB" sz="1200" dirty="0"/>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2212" y="3212975"/>
            <a:ext cx="3393684" cy="3240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07904" y="3212977"/>
            <a:ext cx="2993581" cy="1440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707904" y="4680609"/>
            <a:ext cx="2686088" cy="18869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00192" y="5373216"/>
            <a:ext cx="2742509" cy="10358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9952010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3568" y="-171400"/>
            <a:ext cx="7772400" cy="1470025"/>
          </a:xfrm>
        </p:spPr>
        <p:txBody>
          <a:bodyPr/>
          <a:lstStyle/>
          <a:p>
            <a:r>
              <a:rPr lang="en-SG" dirty="0" smtClean="0"/>
              <a:t>Scenario </a:t>
            </a:r>
            <a:r>
              <a:rPr lang="en-SG" dirty="0" smtClean="0"/>
              <a:t>5</a:t>
            </a:r>
            <a:endParaRPr lang="en-SG" dirty="0"/>
          </a:p>
        </p:txBody>
      </p:sp>
      <p:sp>
        <p:nvSpPr>
          <p:cNvPr id="6" name="Subtitle 2"/>
          <p:cNvSpPr txBox="1">
            <a:spLocks/>
          </p:cNvSpPr>
          <p:nvPr/>
        </p:nvSpPr>
        <p:spPr>
          <a:xfrm>
            <a:off x="683568" y="1508466"/>
            <a:ext cx="7776864" cy="2899488"/>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2400" kern="1200">
                <a:solidFill>
                  <a:schemeClr val="tx1">
                    <a:tint val="75000"/>
                  </a:schemeClr>
                </a:solidFill>
                <a:latin typeface="+mj-lt"/>
                <a:ea typeface="+mn-ea"/>
                <a:cs typeface="+mn-cs"/>
              </a:defRPr>
            </a:lvl1pPr>
            <a:lvl2pPr marL="457200" indent="0" algn="ctr" defTabSz="914400" rtl="0" eaLnBrk="1" latinLnBrk="0" hangingPunct="1">
              <a:spcBef>
                <a:spcPct val="20000"/>
              </a:spcBef>
              <a:buFont typeface="Courier New" pitchFamily="49" charset="0"/>
              <a:buNone/>
              <a:defRPr sz="1600" kern="1200">
                <a:solidFill>
                  <a:schemeClr val="tx1">
                    <a:tint val="75000"/>
                  </a:schemeClr>
                </a:solidFill>
                <a:latin typeface="+mj-lt"/>
                <a:ea typeface="+mn-ea"/>
                <a:cs typeface="+mn-cs"/>
              </a:defRPr>
            </a:lvl2pPr>
            <a:lvl3pPr marL="914400" indent="0" algn="ctr" defTabSz="914400" rtl="0" eaLnBrk="1" latinLnBrk="0" hangingPunct="1">
              <a:spcBef>
                <a:spcPct val="20000"/>
              </a:spcBef>
              <a:buFont typeface="Arial" pitchFamily="34" charset="0"/>
              <a:buNone/>
              <a:defRPr sz="1600" kern="1200">
                <a:solidFill>
                  <a:schemeClr val="tx1">
                    <a:tint val="75000"/>
                  </a:schemeClr>
                </a:solidFill>
                <a:latin typeface="+mj-lt"/>
                <a:ea typeface="+mn-ea"/>
                <a:cs typeface="+mn-cs"/>
              </a:defRPr>
            </a:lvl3pPr>
            <a:lvl4pPr marL="1371600" indent="0" algn="ctr" defTabSz="914400" rtl="0" eaLnBrk="1" latinLnBrk="0" hangingPunct="1">
              <a:spcBef>
                <a:spcPct val="20000"/>
              </a:spcBef>
              <a:buFont typeface="Courier New" pitchFamily="49" charset="0"/>
              <a:buNone/>
              <a:defRPr sz="1600" kern="1200">
                <a:solidFill>
                  <a:schemeClr val="tx1">
                    <a:tint val="75000"/>
                  </a:schemeClr>
                </a:solidFill>
                <a:latin typeface="+mj-lt"/>
                <a:ea typeface="+mn-ea"/>
                <a:cs typeface="+mn-cs"/>
              </a:defRPr>
            </a:lvl4pPr>
            <a:lvl5pPr marL="1828800" indent="0" algn="ctr" defTabSz="914400" rtl="0" eaLnBrk="1" latinLnBrk="0" hangingPunct="1">
              <a:spcBef>
                <a:spcPct val="20000"/>
              </a:spcBef>
              <a:buFont typeface="Arial" pitchFamily="34" charset="0"/>
              <a:buNone/>
              <a:defRPr sz="1600" kern="1200">
                <a:solidFill>
                  <a:schemeClr val="tx1">
                    <a:tint val="75000"/>
                  </a:schemeClr>
                </a:solidFill>
                <a:latin typeface="+mj-lt"/>
                <a:ea typeface="+mn-ea"/>
                <a:cs typeface="+mn-cs"/>
              </a:defRPr>
            </a:lvl5pPr>
            <a:lvl6pPr marL="2286000" indent="0" algn="ctr" defTabSz="914400" rtl="0" eaLnBrk="1" latinLnBrk="0" hangingPunct="1">
              <a:spcBef>
                <a:spcPct val="20000"/>
              </a:spcBef>
              <a:buFont typeface="Courier New" pitchFamily="49" charset="0"/>
              <a:buNone/>
              <a:defRPr sz="1600" kern="1200">
                <a:solidFill>
                  <a:schemeClr val="tx1">
                    <a:tint val="75000"/>
                  </a:schemeClr>
                </a:solidFill>
                <a:latin typeface="+mj-lt"/>
                <a:ea typeface="+mn-ea"/>
                <a:cs typeface="+mn-cs"/>
              </a:defRPr>
            </a:lvl6pPr>
            <a:lvl7pPr marL="2743200" indent="0" algn="ctr" defTabSz="914400" rtl="0" eaLnBrk="1" latinLnBrk="0" hangingPunct="1">
              <a:spcBef>
                <a:spcPct val="20000"/>
              </a:spcBef>
              <a:buFont typeface="Arial" pitchFamily="34" charset="0"/>
              <a:buNone/>
              <a:defRPr sz="1600" kern="1200">
                <a:solidFill>
                  <a:schemeClr val="tx1">
                    <a:tint val="75000"/>
                  </a:schemeClr>
                </a:solidFill>
                <a:latin typeface="+mj-lt"/>
                <a:ea typeface="+mn-ea"/>
                <a:cs typeface="+mn-cs"/>
              </a:defRPr>
            </a:lvl7pPr>
            <a:lvl8pPr marL="3200400" indent="0" algn="ctr" defTabSz="914400" rtl="0" eaLnBrk="1" latinLnBrk="0" hangingPunct="1">
              <a:spcBef>
                <a:spcPct val="20000"/>
              </a:spcBef>
              <a:buFont typeface="Courier New" pitchFamily="49" charset="0"/>
              <a:buNone/>
              <a:defRPr sz="1600" kern="1200">
                <a:solidFill>
                  <a:schemeClr val="tx1">
                    <a:tint val="75000"/>
                  </a:schemeClr>
                </a:solidFill>
                <a:latin typeface="+mj-lt"/>
                <a:ea typeface="+mn-ea"/>
                <a:cs typeface="+mn-cs"/>
              </a:defRPr>
            </a:lvl8pPr>
            <a:lvl9pPr marL="3657600" indent="0" algn="ctr" defTabSz="914400" rtl="0" eaLnBrk="1" latinLnBrk="0" hangingPunct="1">
              <a:spcBef>
                <a:spcPct val="20000"/>
              </a:spcBef>
              <a:buFont typeface="Arial" pitchFamily="34" charset="0"/>
              <a:buNone/>
              <a:defRPr sz="1600" kern="1200">
                <a:solidFill>
                  <a:schemeClr val="tx1">
                    <a:tint val="75000"/>
                  </a:schemeClr>
                </a:solidFill>
                <a:latin typeface="+mj-lt"/>
                <a:ea typeface="+mn-ea"/>
                <a:cs typeface="+mn-cs"/>
              </a:defRPr>
            </a:lvl9pPr>
          </a:lstStyle>
          <a:p>
            <a:pPr algn="l"/>
            <a:r>
              <a:rPr lang="en-GB" sz="1600" dirty="0"/>
              <a:t>You're a junior security analyst, an entry-level professional responsible for monitoring networks and investigating security incidents. Your system has flagged some unusual activity. Your task is to review the following simplified log data to identify potential threats or policy violations.</a:t>
            </a:r>
            <a:endParaRPr lang="en-GB" sz="1600" dirty="0"/>
          </a:p>
        </p:txBody>
      </p:sp>
      <p:grpSp>
        <p:nvGrpSpPr>
          <p:cNvPr id="4" name="Group 3"/>
          <p:cNvGrpSpPr/>
          <p:nvPr/>
        </p:nvGrpSpPr>
        <p:grpSpPr>
          <a:xfrm>
            <a:off x="148773" y="3307721"/>
            <a:ext cx="8846454" cy="2200465"/>
            <a:chOff x="155386" y="1109663"/>
            <a:chExt cx="8846454" cy="2200465"/>
          </a:xfrm>
        </p:grpSpPr>
        <p:pic>
          <p:nvPicPr>
            <p:cNvPr id="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386" y="1109663"/>
              <a:ext cx="5022070" cy="22004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77456" y="1265013"/>
              <a:ext cx="3824384" cy="20329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extLst>
      <p:ext uri="{BB962C8B-B14F-4D97-AF65-F5344CB8AC3E}">
        <p14:creationId xmlns:p14="http://schemas.microsoft.com/office/powerpoint/2010/main" val="2100304643"/>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xecutive">
  <a:themeElements>
    <a:clrScheme name="Executive">
      <a:dk1>
        <a:sysClr val="windowText" lastClr="000000"/>
      </a:dk1>
      <a:lt1>
        <a:sysClr val="window" lastClr="FFFFFF"/>
      </a:lt1>
      <a:dk2>
        <a:srgbClr val="2F5897"/>
      </a:dk2>
      <a:lt2>
        <a:srgbClr val="E4E9EF"/>
      </a:lt2>
      <a:accent1>
        <a:srgbClr val="6076B4"/>
      </a:accent1>
      <a:accent2>
        <a:srgbClr val="9C5252"/>
      </a:accent2>
      <a:accent3>
        <a:srgbClr val="E68422"/>
      </a:accent3>
      <a:accent4>
        <a:srgbClr val="846648"/>
      </a:accent4>
      <a:accent5>
        <a:srgbClr val="63891F"/>
      </a:accent5>
      <a:accent6>
        <a:srgbClr val="758085"/>
      </a:accent6>
      <a:hlink>
        <a:srgbClr val="3399FF"/>
      </a:hlink>
      <a:folHlink>
        <a:srgbClr val="B2B2B2"/>
      </a:folHlink>
    </a:clrScheme>
    <a:fontScheme name="Executive">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xecutiv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8575" cap="flat" cmpd="sng" algn="ctr">
          <a:solidFill>
            <a:schemeClr val="phClr"/>
          </a:solidFill>
          <a:prstDash val="solid"/>
        </a:ln>
        <a:ln w="508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50000">
              <a:schemeClr val="phClr">
                <a:tint val="80000"/>
                <a:satMod val="250000"/>
              </a:schemeClr>
            </a:gs>
            <a:gs pos="76000">
              <a:schemeClr val="phClr">
                <a:tint val="90000"/>
                <a:shade val="90000"/>
                <a:satMod val="200000"/>
              </a:schemeClr>
            </a:gs>
            <a:gs pos="92000">
              <a:schemeClr val="phClr">
                <a:tint val="90000"/>
                <a:shade val="70000"/>
                <a:satMod val="250000"/>
              </a:schemeClr>
            </a:gs>
          </a:gsLst>
          <a:path path="circle">
            <a:fillToRect l="50000" t="50000" r="50000" b="50000"/>
          </a:path>
        </a:gradFill>
        <a:blipFill>
          <a:blip xmlns:r="http://schemas.openxmlformats.org/officeDocument/2006/relationships" r:embed="rId1">
            <a:duotone>
              <a:schemeClr val="phClr">
                <a:tint val="95000"/>
              </a:schemeClr>
              <a:schemeClr val="phClr">
                <a:shade val="90000"/>
              </a:schemeClr>
            </a:duotone>
          </a:blip>
          <a:tile tx="0" ty="0" sx="100000" sy="10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335</TotalTime>
  <Words>448</Words>
  <Application>Microsoft Office PowerPoint</Application>
  <PresentationFormat>On-screen Show (4:3)</PresentationFormat>
  <Paragraphs>35</Paragraphs>
  <Slides>5</Slides>
  <Notes>0</Notes>
  <HiddenSlides>0</HiddenSlides>
  <MMClips>0</MMClips>
  <ScaleCrop>false</ScaleCrop>
  <HeadingPairs>
    <vt:vector size="4" baseType="variant">
      <vt:variant>
        <vt:lpstr>Theme</vt:lpstr>
      </vt:variant>
      <vt:variant>
        <vt:i4>1</vt:i4>
      </vt:variant>
      <vt:variant>
        <vt:lpstr>Slide Titles</vt:lpstr>
      </vt:variant>
      <vt:variant>
        <vt:i4>5</vt:i4>
      </vt:variant>
    </vt:vector>
  </HeadingPairs>
  <TitlesOfParts>
    <vt:vector size="6" baseType="lpstr">
      <vt:lpstr>Executive</vt:lpstr>
      <vt:lpstr>Scenario 1</vt:lpstr>
      <vt:lpstr>Scenario 2</vt:lpstr>
      <vt:lpstr>Scenario 3</vt:lpstr>
      <vt:lpstr>Scenario 4</vt:lpstr>
      <vt:lpstr>Scenario 5</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Scenario</dc:title>
  <dc:creator>ZhiQian Chua</dc:creator>
  <cp:lastModifiedBy>ZhiQian Chua</cp:lastModifiedBy>
  <cp:revision>21</cp:revision>
  <dcterms:created xsi:type="dcterms:W3CDTF">2026-04-11T03:58:54Z</dcterms:created>
  <dcterms:modified xsi:type="dcterms:W3CDTF">2026-06-10T09:37:37Z</dcterms:modified>
</cp:coreProperties>
</file>