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708" r:id="rId2"/>
  </p:sldMasterIdLst>
  <p:sldIdLst>
    <p:sldId id="256" r:id="rId3"/>
    <p:sldId id="260" r:id="rId4"/>
    <p:sldId id="259" r:id="rId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10" d="100"/>
          <a:sy n="110" d="100"/>
        </p:scale>
        <p:origin x="-1692"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viewProps" Target="view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3.xml"/><Relationship Id="rId4" Type="http://schemas.openxmlformats.org/officeDocument/2006/relationships/slide" Target="slides/slide2.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609601"/>
            <a:ext cx="7772400" cy="4267200"/>
          </a:xfrm>
        </p:spPr>
        <p:txBody>
          <a:bodyPr anchor="b">
            <a:noAutofit/>
          </a:bodyPr>
          <a:lstStyle>
            <a:lvl1pPr>
              <a:lnSpc>
                <a:spcPct val="100000"/>
              </a:lnSpc>
              <a:defRPr sz="8000"/>
            </a:lvl1pPr>
          </a:lstStyle>
          <a:p>
            <a:r>
              <a:rPr lang="en-US" smtClean="0"/>
              <a:t>Click to edit Master title style</a:t>
            </a:r>
            <a:endParaRPr lang="en-US" dirty="0"/>
          </a:p>
        </p:txBody>
      </p:sp>
      <p:sp>
        <p:nvSpPr>
          <p:cNvPr id="3" name="Subtitle 2"/>
          <p:cNvSpPr>
            <a:spLocks noGrp="1"/>
          </p:cNvSpPr>
          <p:nvPr>
            <p:ph type="subTitle" idx="1"/>
          </p:nvPr>
        </p:nvSpPr>
        <p:spPr>
          <a:xfrm>
            <a:off x="1371600" y="4953000"/>
            <a:ext cx="6400800" cy="1219200"/>
          </a:xfrm>
        </p:spPr>
        <p:txBody>
          <a:bodyPr>
            <a:normAutofit/>
          </a:bodyPr>
          <a:lstStyle>
            <a:lvl1pPr marL="0" indent="0" algn="ctr">
              <a:buNone/>
              <a:defRPr sz="24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7" name="Date Placeholder 6"/>
          <p:cNvSpPr>
            <a:spLocks noGrp="1"/>
          </p:cNvSpPr>
          <p:nvPr>
            <p:ph type="dt" sz="half" idx="10"/>
          </p:nvPr>
        </p:nvSpPr>
        <p:spPr/>
        <p:txBody>
          <a:bodyPr/>
          <a:lstStyle/>
          <a:p>
            <a:fld id="{C81D1448-F56A-427E-B4D3-154671AD8545}" type="datetimeFigureOut">
              <a:rPr lang="en-SG" smtClean="0"/>
              <a:t>14/4/2026</a:t>
            </a:fld>
            <a:endParaRPr lang="en-SG"/>
          </a:p>
        </p:txBody>
      </p:sp>
      <p:sp>
        <p:nvSpPr>
          <p:cNvPr id="8" name="Slide Number Placeholder 7"/>
          <p:cNvSpPr>
            <a:spLocks noGrp="1"/>
          </p:cNvSpPr>
          <p:nvPr>
            <p:ph type="sldNum" sz="quarter" idx="11"/>
          </p:nvPr>
        </p:nvSpPr>
        <p:spPr/>
        <p:txBody>
          <a:bodyPr/>
          <a:lstStyle/>
          <a:p>
            <a:fld id="{C5804EC2-4BFC-4480-AE2A-23FA0465B8FA}" type="slidenum">
              <a:rPr lang="en-SG" smtClean="0"/>
              <a:t>‹#›</a:t>
            </a:fld>
            <a:endParaRPr lang="en-SG"/>
          </a:p>
        </p:txBody>
      </p:sp>
      <p:sp>
        <p:nvSpPr>
          <p:cNvPr id="9" name="Footer Placeholder 8"/>
          <p:cNvSpPr>
            <a:spLocks noGrp="1"/>
          </p:cNvSpPr>
          <p:nvPr>
            <p:ph type="ftr" sz="quarter" idx="12"/>
          </p:nvPr>
        </p:nvSpPr>
        <p:spPr/>
        <p:txBody>
          <a:bodyPr/>
          <a:lstStyle/>
          <a:p>
            <a:endParaRPr lang="en-SG"/>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lvl5pPr>
              <a:defRPr/>
            </a:lvl5pPr>
            <a:lvl6pPr>
              <a:defRPr/>
            </a:lvl6pPr>
            <a:lvl7pPr>
              <a:defRPr/>
            </a:lvl7pPr>
            <a:lvl8pPr>
              <a:defRPr/>
            </a:lvl8pPr>
            <a:lvl9pPr>
              <a:buFont typeface="Arial" pitchFamily="34" charset="0"/>
              <a:buChar char="•"/>
              <a:defRPr/>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4" name="Date Placeholder 3"/>
          <p:cNvSpPr>
            <a:spLocks noGrp="1"/>
          </p:cNvSpPr>
          <p:nvPr>
            <p:ph type="dt" sz="half" idx="10"/>
          </p:nvPr>
        </p:nvSpPr>
        <p:spPr/>
        <p:txBody>
          <a:bodyPr/>
          <a:lstStyle/>
          <a:p>
            <a:fld id="{C81D1448-F56A-427E-B4D3-154671AD8545}" type="datetimeFigureOut">
              <a:rPr lang="en-SG" smtClean="0"/>
              <a:t>14/4/2026</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C5804EC2-4BFC-4480-AE2A-23FA0465B8FA}" type="slidenum">
              <a:rPr lang="en-SG" smtClean="0"/>
              <a:t>‹#›</a:t>
            </a:fld>
            <a:endParaRPr lang="en-SG"/>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1371600"/>
            <a:ext cx="7772400" cy="2505075"/>
          </a:xfrm>
        </p:spPr>
        <p:txBody>
          <a:bodyPr anchor="b"/>
          <a:lstStyle>
            <a:lvl1pPr algn="ctr" defTabSz="914400" rtl="0" eaLnBrk="1" latinLnBrk="0" hangingPunct="1">
              <a:lnSpc>
                <a:spcPct val="100000"/>
              </a:lnSpc>
              <a:spcBef>
                <a:spcPct val="0"/>
              </a:spcBef>
              <a:buNone/>
              <a:defRPr lang="en-US" sz="4800" kern="1200" dirty="0" smtClean="0">
                <a:solidFill>
                  <a:schemeClr val="tx2"/>
                </a:solidFill>
                <a:effectLst>
                  <a:outerShdw blurRad="63500" dist="38100" dir="5400000" algn="t" rotWithShape="0">
                    <a:prstClr val="black">
                      <a:alpha val="25000"/>
                    </a:prstClr>
                  </a:outerShdw>
                </a:effectLst>
                <a:latin typeface="+mn-lt"/>
                <a:ea typeface="+mj-ea"/>
                <a:cs typeface="+mj-cs"/>
              </a:defRPr>
            </a:lvl1pPr>
          </a:lstStyle>
          <a:p>
            <a:r>
              <a:rPr lang="en-US" smtClean="0"/>
              <a:t>Click to edit Master title style</a:t>
            </a:r>
            <a:endParaRPr lang="en-US" dirty="0"/>
          </a:p>
        </p:txBody>
      </p:sp>
      <p:sp>
        <p:nvSpPr>
          <p:cNvPr id="3" name="Text Placeholder 2"/>
          <p:cNvSpPr>
            <a:spLocks noGrp="1"/>
          </p:cNvSpPr>
          <p:nvPr>
            <p:ph type="body" idx="1"/>
          </p:nvPr>
        </p:nvSpPr>
        <p:spPr>
          <a:xfrm>
            <a:off x="722313" y="4068763"/>
            <a:ext cx="7772400" cy="1131887"/>
          </a:xfrm>
        </p:spPr>
        <p:txBody>
          <a:bodyPr anchor="t"/>
          <a:lstStyle>
            <a:lvl1pPr marL="0" indent="0" algn="ctr">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C81D1448-F56A-427E-B4D3-154671AD8545}" type="datetimeFigureOut">
              <a:rPr lang="en-SG" smtClean="0"/>
              <a:t>14/4/2026</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C5804EC2-4BFC-4480-AE2A-23FA0465B8FA}" type="slidenum">
              <a:rPr lang="en-SG" smtClean="0"/>
              <a:t>‹#›</a:t>
            </a:fld>
            <a:endParaRPr lang="en-SG"/>
          </a:p>
        </p:txBody>
      </p:sp>
      <p:sp>
        <p:nvSpPr>
          <p:cNvPr id="7" name="Oval 6"/>
          <p:cNvSpPr/>
          <p:nvPr/>
        </p:nvSpPr>
        <p:spPr>
          <a:xfrm>
            <a:off x="4495800" y="3924300"/>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a:off x="4695825" y="3924300"/>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4296728" y="3924300"/>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4" name="Content Placeholder 3"/>
          <p:cNvSpPr>
            <a:spLocks noGrp="1"/>
          </p:cNvSpPr>
          <p:nvPr>
            <p:ph sz="half" idx="2"/>
          </p:nvPr>
        </p:nvSpPr>
        <p:spPr>
          <a:xfrm>
            <a:off x="4648200" y="1600200"/>
            <a:ext cx="4038600" cy="4525963"/>
          </a:xfrm>
        </p:spPr>
        <p:txBody>
          <a:bodyPr/>
          <a:lstStyle>
            <a:lvl1pPr>
              <a:defRPr sz="24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5" name="Date Placeholder 4"/>
          <p:cNvSpPr>
            <a:spLocks noGrp="1"/>
          </p:cNvSpPr>
          <p:nvPr>
            <p:ph type="dt" sz="half" idx="10"/>
          </p:nvPr>
        </p:nvSpPr>
        <p:spPr/>
        <p:txBody>
          <a:bodyPr/>
          <a:lstStyle/>
          <a:p>
            <a:fld id="{C81D1448-F56A-427E-B4D3-154671AD8545}" type="datetimeFigureOut">
              <a:rPr lang="en-SG" smtClean="0"/>
              <a:t>14/4/2026</a:t>
            </a:fld>
            <a:endParaRPr lang="en-SG"/>
          </a:p>
        </p:txBody>
      </p:sp>
      <p:sp>
        <p:nvSpPr>
          <p:cNvPr id="6" name="Footer Placeholder 5"/>
          <p:cNvSpPr>
            <a:spLocks noGrp="1"/>
          </p:cNvSpPr>
          <p:nvPr>
            <p:ph type="ftr" sz="quarter" idx="11"/>
          </p:nvPr>
        </p:nvSpPr>
        <p:spPr/>
        <p:txBody>
          <a:bodyPr/>
          <a:lstStyle/>
          <a:p>
            <a:endParaRPr lang="en-SG"/>
          </a:p>
        </p:txBody>
      </p:sp>
      <p:sp>
        <p:nvSpPr>
          <p:cNvPr id="7" name="Slide Number Placeholder 6"/>
          <p:cNvSpPr>
            <a:spLocks noGrp="1"/>
          </p:cNvSpPr>
          <p:nvPr>
            <p:ph type="sldNum" sz="quarter" idx="12"/>
          </p:nvPr>
        </p:nvSpPr>
        <p:spPr/>
        <p:txBody>
          <a:bodyPr/>
          <a:lstStyle/>
          <a:p>
            <a:fld id="{C5804EC2-4BFC-4480-AE2A-23FA0465B8FA}" type="slidenum">
              <a:rPr lang="en-SG" smtClean="0"/>
              <a:t>‹#›</a:t>
            </a:fld>
            <a:endParaRPr lang="en-SG"/>
          </a:p>
        </p:txBody>
      </p:sp>
      <p:sp>
        <p:nvSpPr>
          <p:cNvPr id="9" name="Content Placeholder 8"/>
          <p:cNvSpPr>
            <a:spLocks noGrp="1"/>
          </p:cNvSpPr>
          <p:nvPr>
            <p:ph sz="quarter" idx="13"/>
          </p:nvPr>
        </p:nvSpPr>
        <p:spPr>
          <a:xfrm>
            <a:off x="365760" y="1600200"/>
            <a:ext cx="4041648" cy="452628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600200"/>
            <a:ext cx="4040188" cy="609600"/>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5" name="Text Placeholder 4"/>
          <p:cNvSpPr>
            <a:spLocks noGrp="1"/>
          </p:cNvSpPr>
          <p:nvPr>
            <p:ph type="body" sz="quarter" idx="3"/>
          </p:nvPr>
        </p:nvSpPr>
        <p:spPr>
          <a:xfrm>
            <a:off x="4648200" y="1600200"/>
            <a:ext cx="4041775" cy="609600"/>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7" name="Date Placeholder 6"/>
          <p:cNvSpPr>
            <a:spLocks noGrp="1"/>
          </p:cNvSpPr>
          <p:nvPr>
            <p:ph type="dt" sz="half" idx="10"/>
          </p:nvPr>
        </p:nvSpPr>
        <p:spPr/>
        <p:txBody>
          <a:bodyPr/>
          <a:lstStyle/>
          <a:p>
            <a:fld id="{C81D1448-F56A-427E-B4D3-154671AD8545}" type="datetimeFigureOut">
              <a:rPr lang="en-SG" smtClean="0"/>
              <a:t>14/4/2026</a:t>
            </a:fld>
            <a:endParaRPr lang="en-SG"/>
          </a:p>
        </p:txBody>
      </p:sp>
      <p:sp>
        <p:nvSpPr>
          <p:cNvPr id="8" name="Footer Placeholder 7"/>
          <p:cNvSpPr>
            <a:spLocks noGrp="1"/>
          </p:cNvSpPr>
          <p:nvPr>
            <p:ph type="ftr" sz="quarter" idx="11"/>
          </p:nvPr>
        </p:nvSpPr>
        <p:spPr/>
        <p:txBody>
          <a:bodyPr/>
          <a:lstStyle/>
          <a:p>
            <a:endParaRPr lang="en-SG"/>
          </a:p>
        </p:txBody>
      </p:sp>
      <p:sp>
        <p:nvSpPr>
          <p:cNvPr id="9" name="Slide Number Placeholder 8"/>
          <p:cNvSpPr>
            <a:spLocks noGrp="1"/>
          </p:cNvSpPr>
          <p:nvPr>
            <p:ph type="sldNum" sz="quarter" idx="12"/>
          </p:nvPr>
        </p:nvSpPr>
        <p:spPr/>
        <p:txBody>
          <a:bodyPr/>
          <a:lstStyle/>
          <a:p>
            <a:fld id="{C5804EC2-4BFC-4480-AE2A-23FA0465B8FA}" type="slidenum">
              <a:rPr lang="en-SG" smtClean="0"/>
              <a:t>‹#›</a:t>
            </a:fld>
            <a:endParaRPr lang="en-SG"/>
          </a:p>
        </p:txBody>
      </p:sp>
      <p:sp>
        <p:nvSpPr>
          <p:cNvPr id="11" name="Content Placeholder 10"/>
          <p:cNvSpPr>
            <a:spLocks noGrp="1"/>
          </p:cNvSpPr>
          <p:nvPr>
            <p:ph sz="quarter" idx="13"/>
          </p:nvPr>
        </p:nvSpPr>
        <p:spPr>
          <a:xfrm>
            <a:off x="457200" y="2212848"/>
            <a:ext cx="4041648" cy="391363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3" name="Content Placeholder 12"/>
          <p:cNvSpPr>
            <a:spLocks noGrp="1"/>
          </p:cNvSpPr>
          <p:nvPr>
            <p:ph sz="quarter" idx="14"/>
          </p:nvPr>
        </p:nvSpPr>
        <p:spPr>
          <a:xfrm>
            <a:off x="4672584" y="2212848"/>
            <a:ext cx="4041648" cy="3913187"/>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C81D1448-F56A-427E-B4D3-154671AD8545}" type="datetimeFigureOut">
              <a:rPr lang="en-SG" smtClean="0"/>
              <a:t>14/4/2026</a:t>
            </a:fld>
            <a:endParaRPr lang="en-SG"/>
          </a:p>
        </p:txBody>
      </p:sp>
      <p:sp>
        <p:nvSpPr>
          <p:cNvPr id="4" name="Footer Placeholder 3"/>
          <p:cNvSpPr>
            <a:spLocks noGrp="1"/>
          </p:cNvSpPr>
          <p:nvPr>
            <p:ph type="ftr" sz="quarter" idx="11"/>
          </p:nvPr>
        </p:nvSpPr>
        <p:spPr/>
        <p:txBody>
          <a:bodyPr/>
          <a:lstStyle/>
          <a:p>
            <a:endParaRPr lang="en-SG"/>
          </a:p>
        </p:txBody>
      </p:sp>
      <p:sp>
        <p:nvSpPr>
          <p:cNvPr id="5" name="Slide Number Placeholder 4"/>
          <p:cNvSpPr>
            <a:spLocks noGrp="1"/>
          </p:cNvSpPr>
          <p:nvPr>
            <p:ph type="sldNum" sz="quarter" idx="12"/>
          </p:nvPr>
        </p:nvSpPr>
        <p:spPr/>
        <p:txBody>
          <a:bodyPr/>
          <a:lstStyle/>
          <a:p>
            <a:fld id="{C5804EC2-4BFC-4480-AE2A-23FA0465B8FA}" type="slidenum">
              <a:rPr lang="en-SG" smtClean="0"/>
              <a:t>‹#›</a:t>
            </a:fld>
            <a:endParaRPr lang="en-SG"/>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81D1448-F56A-427E-B4D3-154671AD8545}" type="datetimeFigureOut">
              <a:rPr lang="en-SG" smtClean="0"/>
              <a:t>14/4/2026</a:t>
            </a:fld>
            <a:endParaRPr lang="en-SG"/>
          </a:p>
        </p:txBody>
      </p:sp>
      <p:sp>
        <p:nvSpPr>
          <p:cNvPr id="3" name="Footer Placeholder 2"/>
          <p:cNvSpPr>
            <a:spLocks noGrp="1"/>
          </p:cNvSpPr>
          <p:nvPr>
            <p:ph type="ftr" sz="quarter" idx="11"/>
          </p:nvPr>
        </p:nvSpPr>
        <p:spPr/>
        <p:txBody>
          <a:bodyPr/>
          <a:lstStyle/>
          <a:p>
            <a:endParaRPr lang="en-SG"/>
          </a:p>
        </p:txBody>
      </p:sp>
      <p:sp>
        <p:nvSpPr>
          <p:cNvPr id="4" name="Slide Number Placeholder 3"/>
          <p:cNvSpPr>
            <a:spLocks noGrp="1"/>
          </p:cNvSpPr>
          <p:nvPr>
            <p:ph type="sldNum" sz="quarter" idx="12"/>
          </p:nvPr>
        </p:nvSpPr>
        <p:spPr/>
        <p:txBody>
          <a:bodyPr/>
          <a:lstStyle/>
          <a:p>
            <a:fld id="{C5804EC2-4BFC-4480-AE2A-23FA0465B8FA}" type="slidenum">
              <a:rPr lang="en-SG" smtClean="0"/>
              <a:t>‹#›</a:t>
            </a:fld>
            <a:endParaRPr lang="en-SG"/>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907087" y="266700"/>
            <a:ext cx="3008313" cy="2095500"/>
          </a:xfrm>
        </p:spPr>
        <p:txBody>
          <a:bodyPr anchor="b"/>
          <a:lstStyle>
            <a:lvl1pPr algn="ctr">
              <a:lnSpc>
                <a:spcPct val="100000"/>
              </a:lnSpc>
              <a:defRPr sz="2800" b="0">
                <a:effectLst>
                  <a:outerShdw blurRad="50800" dist="25400" dir="5400000" algn="t" rotWithShape="0">
                    <a:prstClr val="black">
                      <a:alpha val="25000"/>
                    </a:prstClr>
                  </a:outerShdw>
                </a:effectLst>
              </a:defRPr>
            </a:lvl1pPr>
          </a:lstStyle>
          <a:p>
            <a:r>
              <a:rPr lang="en-US" smtClean="0"/>
              <a:t>Click to edit Master title style</a:t>
            </a:r>
            <a:endParaRPr lang="en-US" dirty="0"/>
          </a:p>
        </p:txBody>
      </p:sp>
      <p:sp>
        <p:nvSpPr>
          <p:cNvPr id="3" name="Content Placeholder 2"/>
          <p:cNvSpPr>
            <a:spLocks noGrp="1"/>
          </p:cNvSpPr>
          <p:nvPr>
            <p:ph idx="1"/>
          </p:nvPr>
        </p:nvSpPr>
        <p:spPr>
          <a:xfrm>
            <a:off x="719137" y="273050"/>
            <a:ext cx="4995863"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5907087" y="2438400"/>
            <a:ext cx="3008313" cy="3687763"/>
          </a:xfrm>
        </p:spPr>
        <p:txBody>
          <a:bodyPr>
            <a:normAutofit/>
          </a:bodyPr>
          <a:lstStyle>
            <a:lvl1pPr marL="0" indent="0" algn="ctr">
              <a:lnSpc>
                <a:spcPct val="125000"/>
              </a:lnSpc>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81D1448-F56A-427E-B4D3-154671AD8545}" type="datetimeFigureOut">
              <a:rPr lang="en-SG" smtClean="0"/>
              <a:t>14/4/2026</a:t>
            </a:fld>
            <a:endParaRPr lang="en-SG"/>
          </a:p>
        </p:txBody>
      </p:sp>
      <p:sp>
        <p:nvSpPr>
          <p:cNvPr id="6" name="Footer Placeholder 5"/>
          <p:cNvSpPr>
            <a:spLocks noGrp="1"/>
          </p:cNvSpPr>
          <p:nvPr>
            <p:ph type="ftr" sz="quarter" idx="11"/>
          </p:nvPr>
        </p:nvSpPr>
        <p:spPr/>
        <p:txBody>
          <a:bodyPr/>
          <a:lstStyle/>
          <a:p>
            <a:endParaRPr lang="en-SG"/>
          </a:p>
        </p:txBody>
      </p:sp>
      <p:sp>
        <p:nvSpPr>
          <p:cNvPr id="7" name="Slide Number Placeholder 6"/>
          <p:cNvSpPr>
            <a:spLocks noGrp="1"/>
          </p:cNvSpPr>
          <p:nvPr>
            <p:ph type="sldNum" sz="quarter" idx="12"/>
          </p:nvPr>
        </p:nvSpPr>
        <p:spPr/>
        <p:txBody>
          <a:bodyPr/>
          <a:lstStyle/>
          <a:p>
            <a:fld id="{C5804EC2-4BFC-4480-AE2A-23FA0465B8FA}" type="slidenum">
              <a:rPr lang="en-SG" smtClean="0"/>
              <a:t>‹#›</a:t>
            </a:fld>
            <a:endParaRPr lang="en-SG"/>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79576" y="228600"/>
            <a:ext cx="5711824" cy="895350"/>
          </a:xfrm>
        </p:spPr>
        <p:txBody>
          <a:bodyPr anchor="b"/>
          <a:lstStyle>
            <a:lvl1pPr algn="ctr">
              <a:lnSpc>
                <a:spcPct val="100000"/>
              </a:lnSpc>
              <a:defRPr sz="2800" b="0"/>
            </a:lvl1pPr>
          </a:lstStyle>
          <a:p>
            <a:r>
              <a:rPr lang="en-US" smtClean="0"/>
              <a:t>Click to edit Master title style</a:t>
            </a:r>
            <a:endParaRPr lang="en-US" dirty="0"/>
          </a:p>
        </p:txBody>
      </p:sp>
      <p:sp>
        <p:nvSpPr>
          <p:cNvPr id="3" name="Picture Placeholder 2"/>
          <p:cNvSpPr>
            <a:spLocks noGrp="1"/>
          </p:cNvSpPr>
          <p:nvPr>
            <p:ph type="pic" idx="1"/>
          </p:nvPr>
        </p:nvSpPr>
        <p:spPr>
          <a:xfrm>
            <a:off x="1508126" y="1143000"/>
            <a:ext cx="6054724" cy="4541044"/>
          </a:xfrm>
          <a:ln w="76200">
            <a:solidFill>
              <a:schemeClr val="bg1"/>
            </a:solidFill>
          </a:ln>
          <a:effectLst>
            <a:outerShdw blurRad="88900" dist="50800" dir="5400000" algn="ctr" rotWithShape="0">
              <a:srgbClr val="000000">
                <a:alpha val="25000"/>
              </a:srgbClr>
            </a:outerShdw>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1679576" y="5810250"/>
            <a:ext cx="5711824" cy="5334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81D1448-F56A-427E-B4D3-154671AD8545}" type="datetimeFigureOut">
              <a:rPr lang="en-SG" smtClean="0"/>
              <a:t>14/4/2026</a:t>
            </a:fld>
            <a:endParaRPr lang="en-SG"/>
          </a:p>
        </p:txBody>
      </p:sp>
      <p:sp>
        <p:nvSpPr>
          <p:cNvPr id="6" name="Footer Placeholder 5"/>
          <p:cNvSpPr>
            <a:spLocks noGrp="1"/>
          </p:cNvSpPr>
          <p:nvPr>
            <p:ph type="ftr" sz="quarter" idx="11"/>
          </p:nvPr>
        </p:nvSpPr>
        <p:spPr/>
        <p:txBody>
          <a:bodyPr/>
          <a:lstStyle/>
          <a:p>
            <a:endParaRPr lang="en-SG"/>
          </a:p>
        </p:txBody>
      </p:sp>
      <p:sp>
        <p:nvSpPr>
          <p:cNvPr id="7" name="Slide Number Placeholder 6"/>
          <p:cNvSpPr>
            <a:spLocks noGrp="1"/>
          </p:cNvSpPr>
          <p:nvPr>
            <p:ph type="sldNum" sz="quarter" idx="12"/>
          </p:nvPr>
        </p:nvSpPr>
        <p:spPr/>
        <p:txBody>
          <a:bodyPr/>
          <a:lstStyle/>
          <a:p>
            <a:fld id="{C5804EC2-4BFC-4480-AE2A-23FA0465B8FA}" type="slidenum">
              <a:rPr lang="en-SG" smtClean="0"/>
              <a:t>‹#›</a:t>
            </a:fld>
            <a:endParaRPr lang="en-SG"/>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81D1448-F56A-427E-B4D3-154671AD8545}" type="datetimeFigureOut">
              <a:rPr lang="en-SG" smtClean="0"/>
              <a:t>14/4/2026</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C5804EC2-4BFC-4480-AE2A-23FA0465B8FA}" type="slidenum">
              <a:rPr lang="en-SG" smtClean="0"/>
              <a:t>‹#›</a:t>
            </a:fld>
            <a:endParaRPr lang="en-SG"/>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81D1448-F56A-427E-B4D3-154671AD8545}" type="datetimeFigureOut">
              <a:rPr lang="en-SG" smtClean="0"/>
              <a:t>14/4/2026</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C5804EC2-4BFC-4480-AE2A-23FA0465B8FA}" type="slidenum">
              <a:rPr lang="en-SG" smtClean="0"/>
              <a:t>‹#›</a:t>
            </a:fld>
            <a:endParaRPr lang="en-SG"/>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C81D1448-F56A-427E-B4D3-154671AD8545}" type="datetimeFigureOut">
              <a:rPr lang="en-SG" smtClean="0"/>
              <a:t>14/4/2026</a:t>
            </a:fld>
            <a:endParaRPr lang="en-SG"/>
          </a:p>
        </p:txBody>
      </p:sp>
      <p:sp>
        <p:nvSpPr>
          <p:cNvPr id="19" name="Footer Placeholder 18"/>
          <p:cNvSpPr>
            <a:spLocks noGrp="1"/>
          </p:cNvSpPr>
          <p:nvPr>
            <p:ph type="ftr" sz="quarter" idx="11"/>
          </p:nvPr>
        </p:nvSpPr>
        <p:spPr/>
        <p:txBody>
          <a:bodyPr/>
          <a:lstStyle/>
          <a:p>
            <a:endParaRPr lang="en-SG"/>
          </a:p>
        </p:txBody>
      </p:sp>
      <p:sp>
        <p:nvSpPr>
          <p:cNvPr id="27" name="Slide Number Placeholder 26"/>
          <p:cNvSpPr>
            <a:spLocks noGrp="1"/>
          </p:cNvSpPr>
          <p:nvPr>
            <p:ph type="sldNum" sz="quarter" idx="12"/>
          </p:nvPr>
        </p:nvSpPr>
        <p:spPr/>
        <p:txBody>
          <a:bodyPr/>
          <a:lstStyle/>
          <a:p>
            <a:fld id="{C5804EC2-4BFC-4480-AE2A-23FA0465B8FA}" type="slidenum">
              <a:rPr lang="en-SG" smtClean="0"/>
              <a:t>‹#›</a:t>
            </a:fld>
            <a:endParaRPr lang="en-SG"/>
          </a:p>
        </p:txBody>
      </p:sp>
    </p:spTree>
  </p:cSld>
  <p:clrMapOvr>
    <a:overrideClrMapping bg1="dk1" tx1="lt1" bg2="dk2" tx2="lt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C81D1448-F56A-427E-B4D3-154671AD8545}" type="datetimeFigureOut">
              <a:rPr lang="en-SG" smtClean="0"/>
              <a:t>14/4/2026</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C5804EC2-4BFC-4480-AE2A-23FA0465B8FA}" type="slidenum">
              <a:rPr lang="en-SG" smtClean="0"/>
              <a:t>‹#›</a:t>
            </a:fld>
            <a:endParaRPr lang="en-SG"/>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C81D1448-F56A-427E-B4D3-154671AD8545}" type="datetimeFigureOut">
              <a:rPr lang="en-SG" smtClean="0"/>
              <a:t>14/4/2026</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C5804EC2-4BFC-4480-AE2A-23FA0465B8FA}" type="slidenum">
              <a:rPr lang="en-SG" smtClean="0"/>
              <a:t>‹#›</a:t>
            </a:fld>
            <a:endParaRPr lang="en-SG"/>
          </a:p>
        </p:txBody>
      </p:sp>
    </p:spTree>
  </p:cSld>
  <p:clrMapOvr>
    <a:overrideClrMapping bg1="dk1" tx1="lt1" bg2="dk2" tx2="lt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C81D1448-F56A-427E-B4D3-154671AD8545}" type="datetimeFigureOut">
              <a:rPr lang="en-SG" smtClean="0"/>
              <a:t>14/4/2026</a:t>
            </a:fld>
            <a:endParaRPr lang="en-SG"/>
          </a:p>
        </p:txBody>
      </p:sp>
      <p:sp>
        <p:nvSpPr>
          <p:cNvPr id="6" name="Footer Placeholder 5"/>
          <p:cNvSpPr>
            <a:spLocks noGrp="1"/>
          </p:cNvSpPr>
          <p:nvPr>
            <p:ph type="ftr" sz="quarter" idx="11"/>
          </p:nvPr>
        </p:nvSpPr>
        <p:spPr/>
        <p:txBody>
          <a:bodyPr/>
          <a:lstStyle/>
          <a:p>
            <a:endParaRPr lang="en-SG"/>
          </a:p>
        </p:txBody>
      </p:sp>
      <p:sp>
        <p:nvSpPr>
          <p:cNvPr id="7" name="Slide Number Placeholder 6"/>
          <p:cNvSpPr>
            <a:spLocks noGrp="1"/>
          </p:cNvSpPr>
          <p:nvPr>
            <p:ph type="sldNum" sz="quarter" idx="12"/>
          </p:nvPr>
        </p:nvSpPr>
        <p:spPr/>
        <p:txBody>
          <a:bodyPr/>
          <a:lstStyle/>
          <a:p>
            <a:fld id="{C5804EC2-4BFC-4480-AE2A-23FA0465B8FA}" type="slidenum">
              <a:rPr lang="en-SG" smtClean="0"/>
              <a:t>‹#›</a:t>
            </a:fld>
            <a:endParaRPr lang="en-SG"/>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C81D1448-F56A-427E-B4D3-154671AD8545}" type="datetimeFigureOut">
              <a:rPr lang="en-SG" smtClean="0"/>
              <a:t>14/4/2026</a:t>
            </a:fld>
            <a:endParaRPr lang="en-SG"/>
          </a:p>
        </p:txBody>
      </p:sp>
      <p:sp>
        <p:nvSpPr>
          <p:cNvPr id="8" name="Footer Placeholder 7"/>
          <p:cNvSpPr>
            <a:spLocks noGrp="1"/>
          </p:cNvSpPr>
          <p:nvPr>
            <p:ph type="ftr" sz="quarter" idx="11"/>
          </p:nvPr>
        </p:nvSpPr>
        <p:spPr/>
        <p:txBody>
          <a:bodyPr/>
          <a:lstStyle/>
          <a:p>
            <a:endParaRPr lang="en-SG"/>
          </a:p>
        </p:txBody>
      </p:sp>
      <p:sp>
        <p:nvSpPr>
          <p:cNvPr id="9" name="Slide Number Placeholder 8"/>
          <p:cNvSpPr>
            <a:spLocks noGrp="1"/>
          </p:cNvSpPr>
          <p:nvPr>
            <p:ph type="sldNum" sz="quarter" idx="12"/>
          </p:nvPr>
        </p:nvSpPr>
        <p:spPr/>
        <p:txBody>
          <a:bodyPr/>
          <a:lstStyle/>
          <a:p>
            <a:fld id="{C5804EC2-4BFC-4480-AE2A-23FA0465B8FA}" type="slidenum">
              <a:rPr lang="en-SG" smtClean="0"/>
              <a:t>‹#›</a:t>
            </a:fld>
            <a:endParaRPr lang="en-SG"/>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C81D1448-F56A-427E-B4D3-154671AD8545}" type="datetimeFigureOut">
              <a:rPr lang="en-SG" smtClean="0"/>
              <a:t>14/4/2026</a:t>
            </a:fld>
            <a:endParaRPr lang="en-SG"/>
          </a:p>
        </p:txBody>
      </p:sp>
      <p:sp>
        <p:nvSpPr>
          <p:cNvPr id="4" name="Footer Placeholder 3"/>
          <p:cNvSpPr>
            <a:spLocks noGrp="1"/>
          </p:cNvSpPr>
          <p:nvPr>
            <p:ph type="ftr" sz="quarter" idx="11"/>
          </p:nvPr>
        </p:nvSpPr>
        <p:spPr/>
        <p:txBody>
          <a:bodyPr/>
          <a:lstStyle/>
          <a:p>
            <a:endParaRPr lang="en-SG"/>
          </a:p>
        </p:txBody>
      </p:sp>
      <p:sp>
        <p:nvSpPr>
          <p:cNvPr id="5" name="Slide Number Placeholder 4"/>
          <p:cNvSpPr>
            <a:spLocks noGrp="1"/>
          </p:cNvSpPr>
          <p:nvPr>
            <p:ph type="sldNum" sz="quarter" idx="12"/>
          </p:nvPr>
        </p:nvSpPr>
        <p:spPr/>
        <p:txBody>
          <a:bodyPr/>
          <a:lstStyle/>
          <a:p>
            <a:fld id="{C5804EC2-4BFC-4480-AE2A-23FA0465B8FA}" type="slidenum">
              <a:rPr lang="en-SG" smtClean="0"/>
              <a:t>‹#›</a:t>
            </a:fld>
            <a:endParaRPr lang="en-SG"/>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81D1448-F56A-427E-B4D3-154671AD8545}" type="datetimeFigureOut">
              <a:rPr lang="en-SG" smtClean="0"/>
              <a:t>14/4/2026</a:t>
            </a:fld>
            <a:endParaRPr lang="en-SG"/>
          </a:p>
        </p:txBody>
      </p:sp>
      <p:sp>
        <p:nvSpPr>
          <p:cNvPr id="3" name="Footer Placeholder 2"/>
          <p:cNvSpPr>
            <a:spLocks noGrp="1"/>
          </p:cNvSpPr>
          <p:nvPr>
            <p:ph type="ftr" sz="quarter" idx="11"/>
          </p:nvPr>
        </p:nvSpPr>
        <p:spPr/>
        <p:txBody>
          <a:bodyPr/>
          <a:lstStyle/>
          <a:p>
            <a:endParaRPr lang="en-SG"/>
          </a:p>
        </p:txBody>
      </p:sp>
      <p:sp>
        <p:nvSpPr>
          <p:cNvPr id="4" name="Slide Number Placeholder 3"/>
          <p:cNvSpPr>
            <a:spLocks noGrp="1"/>
          </p:cNvSpPr>
          <p:nvPr>
            <p:ph type="sldNum" sz="quarter" idx="12"/>
          </p:nvPr>
        </p:nvSpPr>
        <p:spPr/>
        <p:txBody>
          <a:bodyPr/>
          <a:lstStyle/>
          <a:p>
            <a:fld id="{C5804EC2-4BFC-4480-AE2A-23FA0465B8FA}" type="slidenum">
              <a:rPr lang="en-SG" smtClean="0"/>
              <a:t>‹#›</a:t>
            </a:fld>
            <a:endParaRPr lang="en-SG"/>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C81D1448-F56A-427E-B4D3-154671AD8545}" type="datetimeFigureOut">
              <a:rPr lang="en-SG" smtClean="0"/>
              <a:t>14/4/2026</a:t>
            </a:fld>
            <a:endParaRPr lang="en-SG"/>
          </a:p>
        </p:txBody>
      </p:sp>
      <p:sp>
        <p:nvSpPr>
          <p:cNvPr id="6" name="Footer Placeholder 5"/>
          <p:cNvSpPr>
            <a:spLocks noGrp="1"/>
          </p:cNvSpPr>
          <p:nvPr>
            <p:ph type="ftr" sz="quarter" idx="11"/>
          </p:nvPr>
        </p:nvSpPr>
        <p:spPr/>
        <p:txBody>
          <a:bodyPr/>
          <a:lstStyle/>
          <a:p>
            <a:endParaRPr lang="en-SG"/>
          </a:p>
        </p:txBody>
      </p:sp>
      <p:sp>
        <p:nvSpPr>
          <p:cNvPr id="7" name="Slide Number Placeholder 6"/>
          <p:cNvSpPr>
            <a:spLocks noGrp="1"/>
          </p:cNvSpPr>
          <p:nvPr>
            <p:ph type="sldNum" sz="quarter" idx="12"/>
          </p:nvPr>
        </p:nvSpPr>
        <p:spPr/>
        <p:txBody>
          <a:bodyPr/>
          <a:lstStyle/>
          <a:p>
            <a:fld id="{C5804EC2-4BFC-4480-AE2A-23FA0465B8FA}" type="slidenum">
              <a:rPr lang="en-SG" smtClean="0"/>
              <a:t>‹#›</a:t>
            </a:fld>
            <a:endParaRPr lang="en-SG"/>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C81D1448-F56A-427E-B4D3-154671AD8545}" type="datetimeFigureOut">
              <a:rPr lang="en-SG" smtClean="0"/>
              <a:t>14/4/2026</a:t>
            </a:fld>
            <a:endParaRPr lang="en-SG"/>
          </a:p>
        </p:txBody>
      </p:sp>
      <p:sp>
        <p:nvSpPr>
          <p:cNvPr id="6" name="Footer Placeholder 5"/>
          <p:cNvSpPr>
            <a:spLocks noGrp="1"/>
          </p:cNvSpPr>
          <p:nvPr>
            <p:ph type="ftr" sz="quarter" idx="11"/>
          </p:nvPr>
        </p:nvSpPr>
        <p:spPr/>
        <p:txBody>
          <a:bodyPr/>
          <a:lstStyle/>
          <a:p>
            <a:endParaRPr lang="en-SG"/>
          </a:p>
        </p:txBody>
      </p:sp>
      <p:sp>
        <p:nvSpPr>
          <p:cNvPr id="7" name="Slide Number Placeholder 6"/>
          <p:cNvSpPr>
            <a:spLocks noGrp="1"/>
          </p:cNvSpPr>
          <p:nvPr>
            <p:ph type="sldNum" sz="quarter" idx="12"/>
          </p:nvPr>
        </p:nvSpPr>
        <p:spPr>
          <a:xfrm>
            <a:off x="8077200" y="6356350"/>
            <a:ext cx="609600" cy="365125"/>
          </a:xfrm>
        </p:spPr>
        <p:txBody>
          <a:bodyPr/>
          <a:lstStyle/>
          <a:p>
            <a:fld id="{C5804EC2-4BFC-4480-AE2A-23FA0465B8FA}" type="slidenum">
              <a:rPr lang="en-SG" smtClean="0"/>
              <a:t>‹#›</a:t>
            </a:fld>
            <a:endParaRPr lang="en-SG"/>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smtClean="0"/>
              <a:t>Click icon to add picture</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C81D1448-F56A-427E-B4D3-154671AD8545}" type="datetimeFigureOut">
              <a:rPr lang="en-SG" smtClean="0"/>
              <a:t>14/4/2026</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C5804EC2-4BFC-4480-AE2A-23FA0465B8FA}" type="slidenum">
              <a:rPr lang="en-SG" smtClean="0"/>
              <a:t>‹#›</a:t>
            </a:fld>
            <a:endParaRPr lang="en-SG"/>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C81D1448-F56A-427E-B4D3-154671AD8545}" type="datetimeFigureOut">
              <a:rPr lang="en-SG" smtClean="0"/>
              <a:t>14/4/2026</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C5804EC2-4BFC-4480-AE2A-23FA0465B8FA}" type="slidenum">
              <a:rPr lang="en-SG" smtClean="0"/>
              <a:t>‹#›</a:t>
            </a:fld>
            <a:endParaRPr lang="en-SG"/>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0"/>
            <a:ext cx="8229600" cy="1600200"/>
          </a:xfrm>
          <a:prstGeom prst="rect">
            <a:avLst/>
          </a:prstGeom>
        </p:spPr>
        <p:txBody>
          <a:bodyPr vert="horz" lIns="91440" tIns="45720" rIns="91440" bIns="45720" rtlCol="0" anchor="b">
            <a:noAutofit/>
          </a:bodyPr>
          <a:lstStyle/>
          <a:p>
            <a:r>
              <a:rPr lang="en-US" smtClean="0"/>
              <a:t>Click to edit Master title style</a:t>
            </a:r>
            <a:endParaRPr lang="en-US" dirty="0"/>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4" name="Date Placeholder 3"/>
          <p:cNvSpPr>
            <a:spLocks noGrp="1"/>
          </p:cNvSpPr>
          <p:nvPr>
            <p:ph type="dt" sz="half" idx="2"/>
          </p:nvPr>
        </p:nvSpPr>
        <p:spPr>
          <a:xfrm>
            <a:off x="6363347" y="6356350"/>
            <a:ext cx="2085975" cy="365125"/>
          </a:xfrm>
          <a:prstGeom prst="rect">
            <a:avLst/>
          </a:prstGeom>
        </p:spPr>
        <p:txBody>
          <a:bodyPr vert="horz" lIns="91440" tIns="45720" rIns="45720" bIns="45720" rtlCol="0" anchor="ctr"/>
          <a:lstStyle>
            <a:lvl1pPr algn="r">
              <a:defRPr sz="1200">
                <a:solidFill>
                  <a:schemeClr val="tx1">
                    <a:lumMod val="65000"/>
                    <a:lumOff val="35000"/>
                  </a:schemeClr>
                </a:solidFill>
                <a:latin typeface="Century Gothic" pitchFamily="34" charset="0"/>
              </a:defRPr>
            </a:lvl1pPr>
          </a:lstStyle>
          <a:p>
            <a:fld id="{C81D1448-F56A-427E-B4D3-154671AD8545}" type="datetimeFigureOut">
              <a:rPr lang="en-SG" smtClean="0"/>
              <a:t>14/4/2026</a:t>
            </a:fld>
            <a:endParaRPr lang="en-SG"/>
          </a:p>
        </p:txBody>
      </p:sp>
      <p:sp>
        <p:nvSpPr>
          <p:cNvPr id="5" name="Footer Placeholder 4"/>
          <p:cNvSpPr>
            <a:spLocks noGrp="1"/>
          </p:cNvSpPr>
          <p:nvPr>
            <p:ph type="ftr" sz="quarter" idx="3"/>
          </p:nvPr>
        </p:nvSpPr>
        <p:spPr>
          <a:xfrm>
            <a:off x="659165" y="6356350"/>
            <a:ext cx="2847975" cy="365125"/>
          </a:xfrm>
          <a:prstGeom prst="rect">
            <a:avLst/>
          </a:prstGeom>
        </p:spPr>
        <p:txBody>
          <a:bodyPr vert="horz" lIns="45720" tIns="45720" rIns="91440" bIns="45720" rtlCol="0" anchor="ctr"/>
          <a:lstStyle>
            <a:lvl1pPr algn="l">
              <a:defRPr sz="1200">
                <a:solidFill>
                  <a:schemeClr val="tx1">
                    <a:lumMod val="65000"/>
                    <a:lumOff val="35000"/>
                  </a:schemeClr>
                </a:solidFill>
                <a:latin typeface="Century Gothic" pitchFamily="34" charset="0"/>
              </a:defRPr>
            </a:lvl1pPr>
          </a:lstStyle>
          <a:p>
            <a:endParaRPr lang="en-SG"/>
          </a:p>
        </p:txBody>
      </p:sp>
      <p:sp>
        <p:nvSpPr>
          <p:cNvPr id="6" name="Slide Number Placeholder 5"/>
          <p:cNvSpPr>
            <a:spLocks noGrp="1"/>
          </p:cNvSpPr>
          <p:nvPr>
            <p:ph type="sldNum" sz="quarter" idx="4"/>
          </p:nvPr>
        </p:nvSpPr>
        <p:spPr>
          <a:xfrm>
            <a:off x="8543278" y="6356350"/>
            <a:ext cx="561975" cy="365125"/>
          </a:xfrm>
          <a:prstGeom prst="rect">
            <a:avLst/>
          </a:prstGeom>
        </p:spPr>
        <p:txBody>
          <a:bodyPr vert="horz" lIns="27432" tIns="45720" rIns="45720" bIns="45720" rtlCol="0" anchor="ctr"/>
          <a:lstStyle>
            <a:lvl1pPr algn="l">
              <a:defRPr sz="1200">
                <a:solidFill>
                  <a:schemeClr val="tx1">
                    <a:lumMod val="65000"/>
                    <a:lumOff val="35000"/>
                  </a:schemeClr>
                </a:solidFill>
                <a:latin typeface="Century Gothic" pitchFamily="34" charset="0"/>
              </a:defRPr>
            </a:lvl1pPr>
          </a:lstStyle>
          <a:p>
            <a:fld id="{C5804EC2-4BFC-4480-AE2A-23FA0465B8FA}" type="slidenum">
              <a:rPr lang="en-SG" smtClean="0"/>
              <a:t>‹#›</a:t>
            </a:fld>
            <a:endParaRPr lang="en-SG"/>
          </a:p>
        </p:txBody>
      </p:sp>
      <p:sp>
        <p:nvSpPr>
          <p:cNvPr id="7" name="Oval 6"/>
          <p:cNvSpPr/>
          <p:nvPr/>
        </p:nvSpPr>
        <p:spPr>
          <a:xfrm>
            <a:off x="8457760" y="6499384"/>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US" sz="1800" kern="1200">
              <a:solidFill>
                <a:schemeClr val="lt1"/>
              </a:solidFill>
              <a:latin typeface="+mn-lt"/>
              <a:ea typeface="+mn-ea"/>
              <a:cs typeface="+mn-cs"/>
            </a:endParaRPr>
          </a:p>
        </p:txBody>
      </p:sp>
      <p:sp>
        <p:nvSpPr>
          <p:cNvPr id="8" name="Oval 7"/>
          <p:cNvSpPr/>
          <p:nvPr/>
        </p:nvSpPr>
        <p:spPr>
          <a:xfrm>
            <a:off x="569119" y="6499384"/>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lnSpc>
          <a:spcPts val="5800"/>
        </a:lnSpc>
        <a:spcBef>
          <a:spcPct val="0"/>
        </a:spcBef>
        <a:buNone/>
        <a:defRPr sz="5400" kern="1200">
          <a:solidFill>
            <a:schemeClr val="tx2"/>
          </a:solidFill>
          <a:effectLst>
            <a:outerShdw blurRad="63500" dist="38100" dir="5400000" algn="t" rotWithShape="0">
              <a:prstClr val="black">
                <a:alpha val="25000"/>
              </a:prstClr>
            </a:outerShdw>
          </a:effectLst>
          <a:latin typeface="+mn-lt"/>
          <a:ea typeface="+mj-ea"/>
          <a:cs typeface="+mj-cs"/>
        </a:defRPr>
      </a:lvl1pPr>
    </p:titleStyle>
    <p:bodyStyle>
      <a:lvl1pPr marL="342900" indent="-342900" algn="l" defTabSz="914400" rtl="0" eaLnBrk="1" latinLnBrk="0" hangingPunct="1">
        <a:spcBef>
          <a:spcPct val="20000"/>
        </a:spcBef>
        <a:buFont typeface="Arial" pitchFamily="34" charset="0"/>
        <a:buChar char="•"/>
        <a:defRPr sz="2400" kern="1200">
          <a:solidFill>
            <a:schemeClr val="tx1">
              <a:lumMod val="50000"/>
              <a:lumOff val="50000"/>
            </a:schemeClr>
          </a:solidFill>
          <a:latin typeface="+mj-lt"/>
          <a:ea typeface="+mn-ea"/>
          <a:cs typeface="+mn-cs"/>
        </a:defRPr>
      </a:lvl1pPr>
      <a:lvl2pPr marL="742950" indent="-28575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2pPr>
      <a:lvl3pPr marL="11430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3pPr>
      <a:lvl4pPr marL="16002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4pPr>
      <a:lvl5pPr marL="20574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5pPr>
      <a:lvl6pPr marL="25146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6pPr>
      <a:lvl7pPr marL="29718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7pPr>
      <a:lvl8pPr marL="34290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8pPr>
      <a:lvl9pPr marL="38862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C81D1448-F56A-427E-B4D3-154671AD8545}" type="datetimeFigureOut">
              <a:rPr lang="en-SG" smtClean="0"/>
              <a:t>14/4/2026</a:t>
            </a:fld>
            <a:endParaRPr lang="en-SG"/>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SG"/>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C5804EC2-4BFC-4480-AE2A-23FA0465B8FA}" type="slidenum">
              <a:rPr lang="en-SG" smtClean="0"/>
              <a:t>‹#›</a:t>
            </a:fld>
            <a:endParaRPr lang="en-SG"/>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3568" y="-129257"/>
            <a:ext cx="7772400" cy="1470025"/>
          </a:xfrm>
        </p:spPr>
        <p:txBody>
          <a:bodyPr/>
          <a:lstStyle/>
          <a:p>
            <a:r>
              <a:rPr lang="en-SG" dirty="0" smtClean="0"/>
              <a:t>Scenario</a:t>
            </a:r>
            <a:endParaRPr lang="en-SG" dirty="0"/>
          </a:p>
        </p:txBody>
      </p:sp>
      <p:sp>
        <p:nvSpPr>
          <p:cNvPr id="3" name="Subtitle 2"/>
          <p:cNvSpPr>
            <a:spLocks noGrp="1"/>
          </p:cNvSpPr>
          <p:nvPr>
            <p:ph type="subTitle" idx="1"/>
          </p:nvPr>
        </p:nvSpPr>
        <p:spPr>
          <a:xfrm>
            <a:off x="683568" y="1196752"/>
            <a:ext cx="7776864" cy="3865984"/>
          </a:xfrm>
        </p:spPr>
        <p:txBody>
          <a:bodyPr>
            <a:noAutofit/>
          </a:bodyPr>
          <a:lstStyle/>
          <a:p>
            <a:pPr algn="l"/>
            <a:r>
              <a:rPr lang="en-GB" sz="1400" dirty="0">
                <a:solidFill>
                  <a:schemeClr val="tx1"/>
                </a:solidFill>
              </a:rPr>
              <a:t>You are a security analyst working for a social media organization. The organization recently experienced a major data breach, which compromised the safety of their customers’ personal information, such as names and addresses. Your organization wants to implement strong network hardening practices that can be performed consistently to prevent attacks and breaches in the future. </a:t>
            </a:r>
          </a:p>
          <a:p>
            <a:pPr algn="l"/>
            <a:endParaRPr lang="en-GB" sz="1400" dirty="0" smtClean="0">
              <a:solidFill>
                <a:schemeClr val="tx1"/>
              </a:solidFill>
            </a:endParaRPr>
          </a:p>
          <a:p>
            <a:pPr algn="l"/>
            <a:r>
              <a:rPr lang="en-GB" sz="1400" dirty="0" smtClean="0">
                <a:solidFill>
                  <a:schemeClr val="tx1"/>
                </a:solidFill>
              </a:rPr>
              <a:t>After </a:t>
            </a:r>
            <a:r>
              <a:rPr lang="en-GB" sz="1400" dirty="0">
                <a:solidFill>
                  <a:schemeClr val="tx1"/>
                </a:solidFill>
              </a:rPr>
              <a:t>inspecting the organization’s network, you discover four major vulnerabilities. The four vulnerabilities are as follows:</a:t>
            </a:r>
          </a:p>
          <a:p>
            <a:pPr marL="342900" indent="-342900" algn="l">
              <a:buFont typeface="+mj-lt"/>
              <a:buAutoNum type="arabicPeriod"/>
            </a:pPr>
            <a:r>
              <a:rPr lang="en-GB" sz="1400" dirty="0">
                <a:solidFill>
                  <a:schemeClr val="tx1"/>
                </a:solidFill>
              </a:rPr>
              <a:t>The organization’s employees' share passwords.</a:t>
            </a:r>
          </a:p>
          <a:p>
            <a:pPr marL="342900" indent="-342900" algn="l">
              <a:buFont typeface="+mj-lt"/>
              <a:buAutoNum type="arabicPeriod"/>
            </a:pPr>
            <a:r>
              <a:rPr lang="en-GB" sz="1400" dirty="0">
                <a:solidFill>
                  <a:schemeClr val="tx1"/>
                </a:solidFill>
              </a:rPr>
              <a:t>The admin password for the database is set to the default.</a:t>
            </a:r>
          </a:p>
          <a:p>
            <a:pPr marL="342900" indent="-342900" algn="l">
              <a:buFont typeface="+mj-lt"/>
              <a:buAutoNum type="arabicPeriod"/>
            </a:pPr>
            <a:r>
              <a:rPr lang="en-GB" sz="1400" dirty="0">
                <a:solidFill>
                  <a:schemeClr val="tx1"/>
                </a:solidFill>
              </a:rPr>
              <a:t>The firewalls do not have rules in place to filter traffic coming in and out of the network.</a:t>
            </a:r>
          </a:p>
          <a:p>
            <a:pPr marL="342900" indent="-342900" algn="l">
              <a:buFont typeface="+mj-lt"/>
              <a:buAutoNum type="arabicPeriod"/>
            </a:pPr>
            <a:r>
              <a:rPr lang="en-GB" sz="1400" dirty="0">
                <a:solidFill>
                  <a:schemeClr val="tx1"/>
                </a:solidFill>
              </a:rPr>
              <a:t>Multifactor authentication (MFA) is not used. </a:t>
            </a:r>
          </a:p>
          <a:p>
            <a:pPr algn="l"/>
            <a:r>
              <a:rPr lang="en-GB" sz="1400" dirty="0">
                <a:solidFill>
                  <a:schemeClr val="tx1"/>
                </a:solidFill>
              </a:rPr>
              <a:t>If no action is taken to address these vulnerabilities, the organization is at risk of experiencing another data breach or other attacks in the future.</a:t>
            </a:r>
          </a:p>
        </p:txBody>
      </p:sp>
    </p:spTree>
    <p:extLst>
      <p:ext uri="{BB962C8B-B14F-4D97-AF65-F5344CB8AC3E}">
        <p14:creationId xmlns:p14="http://schemas.microsoft.com/office/powerpoint/2010/main" val="191919235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546416"/>
            <a:ext cx="8229600" cy="722344"/>
          </a:xfrm>
        </p:spPr>
        <p:txBody>
          <a:bodyPr>
            <a:noAutofit/>
          </a:bodyPr>
          <a:lstStyle/>
          <a:p>
            <a:r>
              <a:rPr lang="en-SG" sz="2800" b="1" dirty="0"/>
              <a:t>Security risk assessment report</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036480790"/>
              </p:ext>
            </p:extLst>
          </p:nvPr>
        </p:nvGraphicFramePr>
        <p:xfrm>
          <a:off x="323528" y="1625856"/>
          <a:ext cx="8568952" cy="3122168"/>
        </p:xfrm>
        <a:graphic>
          <a:graphicData uri="http://schemas.openxmlformats.org/drawingml/2006/table">
            <a:tbl>
              <a:tblPr>
                <a:tableStyleId>{5C22544A-7EE6-4342-B048-85BDC9FD1C3A}</a:tableStyleId>
              </a:tblPr>
              <a:tblGrid>
                <a:gridCol w="8568952"/>
              </a:tblGrid>
              <a:tr h="279400">
                <a:tc>
                  <a:txBody>
                    <a:bodyPr/>
                    <a:lstStyle/>
                    <a:p>
                      <a:pPr>
                        <a:lnSpc>
                          <a:spcPct val="115000"/>
                        </a:lnSpc>
                        <a:spcAft>
                          <a:spcPts val="0"/>
                        </a:spcAft>
                      </a:pPr>
                      <a:r>
                        <a:rPr kumimoji="0" lang="en-GB" sz="1400" b="1" i="0" kern="1200" dirty="0" smtClean="0">
                          <a:solidFill>
                            <a:schemeClr val="dk1"/>
                          </a:solidFill>
                          <a:effectLst/>
                          <a:latin typeface="+mn-lt"/>
                          <a:ea typeface="+mn-ea"/>
                          <a:cs typeface="+mn-cs"/>
                        </a:rPr>
                        <a:t>Part 1: Select up to three hardening tools and methods to implement </a:t>
                      </a:r>
                      <a:r>
                        <a:rPr kumimoji="0" lang="en-GB" sz="1400" b="0" i="0" kern="1200" dirty="0" smtClean="0">
                          <a:solidFill>
                            <a:schemeClr val="dk1"/>
                          </a:solidFill>
                          <a:effectLst/>
                          <a:latin typeface="+mn-lt"/>
                          <a:ea typeface="+mn-ea"/>
                          <a:cs typeface="+mn-cs"/>
                        </a:rPr>
                        <a:t>(</a:t>
                      </a:r>
                      <a:r>
                        <a:rPr kumimoji="0" lang="en-GB" sz="1400" b="0" i="1" kern="1200" dirty="0" smtClean="0">
                          <a:solidFill>
                            <a:schemeClr val="dk1"/>
                          </a:solidFill>
                          <a:effectLst/>
                          <a:latin typeface="+mn-lt"/>
                          <a:ea typeface="+mn-ea"/>
                          <a:cs typeface="+mn-cs"/>
                        </a:rPr>
                        <a:t>What hardening tasks would be the most effective way to respond to this situation?</a:t>
                      </a:r>
                      <a:r>
                        <a:rPr kumimoji="0" lang="en-GB" sz="1400" b="0" i="0" kern="1200" dirty="0" smtClean="0">
                          <a:solidFill>
                            <a:schemeClr val="dk1"/>
                          </a:solidFill>
                          <a:effectLst/>
                          <a:latin typeface="+mn-lt"/>
                          <a:ea typeface="+mn-ea"/>
                          <a:cs typeface="+mn-cs"/>
                        </a:rPr>
                        <a:t>)</a:t>
                      </a:r>
                      <a:endParaRPr lang="en-GB" sz="1400" b="1" dirty="0" smtClean="0">
                        <a:effectLst/>
                      </a:endParaRPr>
                    </a:p>
                  </a:txBody>
                  <a:tcPr marL="63500" marR="63500" marT="63500" marB="63500"/>
                </a:tc>
              </a:tr>
              <a:tr h="0">
                <a:tc>
                  <a:txBody>
                    <a:bodyPr/>
                    <a:lstStyle/>
                    <a:p>
                      <a:r>
                        <a:rPr lang="en-GB" sz="1200" dirty="0" smtClean="0">
                          <a:solidFill>
                            <a:schemeClr val="accent1"/>
                          </a:solidFill>
                          <a:effectLst/>
                        </a:rPr>
                        <a:t>Three hardening tools the organization can use to address the vulnerabilities found include:</a:t>
                      </a:r>
                    </a:p>
                    <a:p>
                      <a:r>
                        <a:rPr lang="en-GB" sz="1200" dirty="0" smtClean="0">
                          <a:solidFill>
                            <a:schemeClr val="accent1"/>
                          </a:solidFill>
                          <a:effectLst/>
                        </a:rPr>
                        <a:t>1. Implementing multi-factor authentication (MFA)</a:t>
                      </a:r>
                    </a:p>
                    <a:p>
                      <a:r>
                        <a:rPr lang="en-GB" sz="1200" dirty="0" smtClean="0">
                          <a:solidFill>
                            <a:schemeClr val="accent1"/>
                          </a:solidFill>
                          <a:effectLst/>
                        </a:rPr>
                        <a:t>2. Setting and enforcing strong password policies</a:t>
                      </a:r>
                    </a:p>
                    <a:p>
                      <a:r>
                        <a:rPr lang="en-GB" sz="1200" dirty="0" smtClean="0">
                          <a:solidFill>
                            <a:schemeClr val="accent1"/>
                          </a:solidFill>
                          <a:effectLst/>
                        </a:rPr>
                        <a:t>3. Performing firewall maintenance regularly</a:t>
                      </a:r>
                    </a:p>
                    <a:p>
                      <a:endParaRPr lang="en-GB" sz="1200" dirty="0" smtClean="0">
                        <a:solidFill>
                          <a:schemeClr val="accent1"/>
                        </a:solidFill>
                        <a:effectLst/>
                      </a:endParaRPr>
                    </a:p>
                    <a:p>
                      <a:r>
                        <a:rPr lang="en-GB" sz="1200" dirty="0" smtClean="0">
                          <a:solidFill>
                            <a:schemeClr val="accent1"/>
                          </a:solidFill>
                          <a:effectLst/>
                        </a:rPr>
                        <a:t>MFA requires users to use more than one way to identify and verify their credentials before accessing an application. Some MFA methods include</a:t>
                      </a:r>
                      <a:r>
                        <a:rPr lang="en-GB" sz="1200" baseline="0" dirty="0" smtClean="0">
                          <a:solidFill>
                            <a:schemeClr val="accent1"/>
                          </a:solidFill>
                          <a:effectLst/>
                        </a:rPr>
                        <a:t> </a:t>
                      </a:r>
                      <a:r>
                        <a:rPr lang="en-GB" sz="1200" dirty="0" smtClean="0">
                          <a:solidFill>
                            <a:schemeClr val="accent1"/>
                          </a:solidFill>
                          <a:effectLst/>
                        </a:rPr>
                        <a:t>fingerprint scans, ID cards, pin numbers, and passwords.</a:t>
                      </a:r>
                    </a:p>
                    <a:p>
                      <a:endParaRPr lang="en-GB" sz="1200" dirty="0" smtClean="0">
                        <a:solidFill>
                          <a:schemeClr val="accent1"/>
                        </a:solidFill>
                        <a:effectLst/>
                      </a:endParaRPr>
                    </a:p>
                    <a:p>
                      <a:r>
                        <a:rPr lang="en-GB" sz="1200" dirty="0" smtClean="0">
                          <a:solidFill>
                            <a:schemeClr val="accent1"/>
                          </a:solidFill>
                          <a:effectLst/>
                        </a:rPr>
                        <a:t>Password policies can be refined to include rules regarding password length, a</a:t>
                      </a:r>
                      <a:r>
                        <a:rPr lang="en-GB" sz="1200" baseline="0" dirty="0" smtClean="0">
                          <a:solidFill>
                            <a:schemeClr val="accent1"/>
                          </a:solidFill>
                          <a:effectLst/>
                        </a:rPr>
                        <a:t> </a:t>
                      </a:r>
                      <a:r>
                        <a:rPr lang="en-GB" sz="1200" dirty="0" smtClean="0">
                          <a:solidFill>
                            <a:schemeClr val="accent1"/>
                          </a:solidFill>
                          <a:effectLst/>
                        </a:rPr>
                        <a:t>list of acceptable characters, and a disclaimer to discourage password sharing. They can also include rules surrounding unsuccessful login attempts, such as the user losing access to the network after five unsuccessful attempts.</a:t>
                      </a:r>
                    </a:p>
                    <a:p>
                      <a:endParaRPr lang="en-GB" sz="1200" dirty="0" smtClean="0">
                        <a:solidFill>
                          <a:schemeClr val="accent1"/>
                        </a:solidFill>
                        <a:effectLst/>
                      </a:endParaRPr>
                    </a:p>
                    <a:p>
                      <a:r>
                        <a:rPr lang="en-GB" sz="1200" dirty="0" smtClean="0">
                          <a:solidFill>
                            <a:schemeClr val="accent1"/>
                          </a:solidFill>
                          <a:effectLst/>
                        </a:rPr>
                        <a:t>Firewall maintenance entails checking and updating security configurations regularly to stay ahead of potential threats.</a:t>
                      </a:r>
                      <a:endParaRPr lang="en-SG" sz="1200" dirty="0">
                        <a:solidFill>
                          <a:schemeClr val="accent1"/>
                        </a:solidFill>
                        <a:effectLst/>
                        <a:latin typeface="Arial"/>
                        <a:ea typeface="Arial"/>
                      </a:endParaRPr>
                    </a:p>
                  </a:txBody>
                  <a:tcPr marL="63500" marR="63500" marT="63500" marB="63500"/>
                </a:tc>
              </a:tr>
            </a:tbl>
          </a:graphicData>
        </a:graphic>
      </p:graphicFrame>
    </p:spTree>
    <p:extLst>
      <p:ext uri="{BB962C8B-B14F-4D97-AF65-F5344CB8AC3E}">
        <p14:creationId xmlns:p14="http://schemas.microsoft.com/office/powerpoint/2010/main" val="50290539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546416"/>
            <a:ext cx="8229600" cy="722344"/>
          </a:xfrm>
        </p:spPr>
        <p:txBody>
          <a:bodyPr>
            <a:noAutofit/>
          </a:bodyPr>
          <a:lstStyle/>
          <a:p>
            <a:r>
              <a:rPr lang="en-SG" sz="2800" b="1" dirty="0"/>
              <a:t>Security risk assessment report</a:t>
            </a:r>
          </a:p>
        </p:txBody>
      </p:sp>
      <p:graphicFrame>
        <p:nvGraphicFramePr>
          <p:cNvPr id="5" name="Table 4"/>
          <p:cNvGraphicFramePr>
            <a:graphicFrameLocks noGrp="1"/>
          </p:cNvGraphicFramePr>
          <p:nvPr>
            <p:extLst>
              <p:ext uri="{D42A27DB-BD31-4B8C-83A1-F6EECF244321}">
                <p14:modId xmlns:p14="http://schemas.microsoft.com/office/powerpoint/2010/main" val="3094601475"/>
              </p:ext>
            </p:extLst>
          </p:nvPr>
        </p:nvGraphicFramePr>
        <p:xfrm>
          <a:off x="323528" y="1636604"/>
          <a:ext cx="8568952" cy="4036441"/>
        </p:xfrm>
        <a:graphic>
          <a:graphicData uri="http://schemas.openxmlformats.org/drawingml/2006/table">
            <a:tbl>
              <a:tblPr>
                <a:tableStyleId>{5C22544A-7EE6-4342-B048-85BDC9FD1C3A}</a:tableStyleId>
              </a:tblPr>
              <a:tblGrid>
                <a:gridCol w="8568952"/>
              </a:tblGrid>
              <a:tr h="345499">
                <a:tc>
                  <a:txBody>
                    <a:bodyPr/>
                    <a:lstStyle/>
                    <a:p>
                      <a:r>
                        <a:rPr kumimoji="0" lang="en-SG" sz="1400" b="1" i="0" kern="1200" dirty="0" smtClean="0">
                          <a:solidFill>
                            <a:schemeClr val="dk1"/>
                          </a:solidFill>
                          <a:effectLst/>
                          <a:latin typeface="+mn-lt"/>
                          <a:ea typeface="+mn-ea"/>
                          <a:cs typeface="+mn-cs"/>
                        </a:rPr>
                        <a:t>Part 2: Explain your </a:t>
                      </a:r>
                      <a:r>
                        <a:rPr kumimoji="0" lang="en-SG" sz="1400" b="1" i="0" kern="1200" dirty="0" smtClean="0">
                          <a:solidFill>
                            <a:schemeClr val="dk1"/>
                          </a:solidFill>
                          <a:effectLst/>
                          <a:latin typeface="+mn-lt"/>
                          <a:ea typeface="+mn-ea"/>
                          <a:cs typeface="+mn-cs"/>
                        </a:rPr>
                        <a:t>recommendations </a:t>
                      </a:r>
                      <a:r>
                        <a:rPr kumimoji="0" lang="en-SG" sz="1400" b="0" i="0" kern="1200" dirty="0" smtClean="0">
                          <a:solidFill>
                            <a:schemeClr val="dk1"/>
                          </a:solidFill>
                          <a:effectLst/>
                          <a:latin typeface="+mn-lt"/>
                          <a:ea typeface="+mn-ea"/>
                          <a:cs typeface="+mn-cs"/>
                        </a:rPr>
                        <a:t>(</a:t>
                      </a:r>
                      <a:r>
                        <a:rPr kumimoji="0" lang="en-GB" sz="1400" b="0" i="1" kern="1200" dirty="0" smtClean="0">
                          <a:solidFill>
                            <a:schemeClr val="dk1"/>
                          </a:solidFill>
                          <a:effectLst/>
                          <a:latin typeface="+mn-lt"/>
                          <a:ea typeface="+mn-ea"/>
                          <a:cs typeface="+mn-cs"/>
                        </a:rPr>
                        <a:t>Why is the recommended security hardening technique effective?</a:t>
                      </a:r>
                    </a:p>
                    <a:p>
                      <a:r>
                        <a:rPr kumimoji="0" lang="en-GB" sz="1400" b="0" i="1" kern="1200" dirty="0" smtClean="0">
                          <a:solidFill>
                            <a:schemeClr val="dk1"/>
                          </a:solidFill>
                          <a:effectLst/>
                          <a:latin typeface="+mn-lt"/>
                          <a:ea typeface="+mn-ea"/>
                          <a:cs typeface="+mn-cs"/>
                        </a:rPr>
                        <a:t>How often does the hardening technique need to be implemented? Explain the potential consequences if </a:t>
                      </a:r>
                      <a:r>
                        <a:rPr kumimoji="0" lang="en-GB" sz="1400" b="0" i="1" kern="1200" smtClean="0">
                          <a:solidFill>
                            <a:schemeClr val="dk1"/>
                          </a:solidFill>
                          <a:effectLst/>
                          <a:latin typeface="+mn-lt"/>
                          <a:ea typeface="+mn-ea"/>
                          <a:cs typeface="+mn-cs"/>
                        </a:rPr>
                        <a:t>the hardening technique is </a:t>
                      </a:r>
                      <a:r>
                        <a:rPr kumimoji="0" lang="en-GB" sz="1400" b="0" i="1" kern="1200" dirty="0" smtClean="0">
                          <a:solidFill>
                            <a:schemeClr val="dk1"/>
                          </a:solidFill>
                          <a:effectLst/>
                          <a:latin typeface="+mn-lt"/>
                          <a:ea typeface="+mn-ea"/>
                          <a:cs typeface="+mn-cs"/>
                        </a:rPr>
                        <a:t>not followed)</a:t>
                      </a:r>
                    </a:p>
                  </a:txBody>
                  <a:tcPr marL="63500" marR="63500" marT="63500" marB="63500"/>
                </a:tc>
              </a:tr>
              <a:tr h="3110884">
                <a:tc>
                  <a:txBody>
                    <a:bodyPr/>
                    <a:lstStyle/>
                    <a:p>
                      <a:pPr>
                        <a:lnSpc>
                          <a:spcPct val="115000"/>
                        </a:lnSpc>
                        <a:spcAft>
                          <a:spcPts val="0"/>
                        </a:spcAft>
                      </a:pPr>
                      <a:r>
                        <a:rPr lang="en-GB" sz="1200" dirty="0" smtClean="0">
                          <a:solidFill>
                            <a:schemeClr val="accent1"/>
                          </a:solidFill>
                          <a:effectLst/>
                          <a:latin typeface="+mn-lt"/>
                          <a:ea typeface="Arial"/>
                        </a:rPr>
                        <a:t>Enforcing multi-factor authentication (MFA) adds an additional layer of security beyond a password. It will reduce the likelihood that a malicious actor can access a network through a brute force or related attack since additional effort is required to authenticate in more than one way. MFA may also reduce the likelihood of people sharing passwords. Since the recipient of the shared password would need to possess additional authentication besides a password, MFA makes it less useful to share passwords, thereby making passwords less likely to be shared.</a:t>
                      </a:r>
                    </a:p>
                    <a:p>
                      <a:pPr>
                        <a:lnSpc>
                          <a:spcPct val="115000"/>
                        </a:lnSpc>
                        <a:spcAft>
                          <a:spcPts val="0"/>
                        </a:spcAft>
                      </a:pPr>
                      <a:endParaRPr lang="en-GB" sz="1200" dirty="0" smtClean="0">
                        <a:solidFill>
                          <a:schemeClr val="accent1"/>
                        </a:solidFill>
                        <a:effectLst/>
                        <a:latin typeface="+mn-lt"/>
                        <a:ea typeface="Arial"/>
                      </a:endParaRPr>
                    </a:p>
                    <a:p>
                      <a:pPr>
                        <a:lnSpc>
                          <a:spcPct val="115000"/>
                        </a:lnSpc>
                        <a:spcAft>
                          <a:spcPts val="0"/>
                        </a:spcAft>
                      </a:pPr>
                      <a:r>
                        <a:rPr lang="en-GB" sz="1200" dirty="0" smtClean="0">
                          <a:solidFill>
                            <a:schemeClr val="accent1"/>
                          </a:solidFill>
                          <a:effectLst/>
                          <a:latin typeface="+mn-lt"/>
                          <a:ea typeface="Arial"/>
                        </a:rPr>
                        <a:t>Creating and enforcing a password policy within the company will make it increasingly challenging for malicious actors to access the network. Policies such as suspending the account after a certain number of logins can prevent successful brute force attacks. Increasing password complexity, requiring more frequent password updates, and not allowing passwords to be reused also help</a:t>
                      </a:r>
                    </a:p>
                    <a:p>
                      <a:pPr>
                        <a:lnSpc>
                          <a:spcPct val="115000"/>
                        </a:lnSpc>
                        <a:spcAft>
                          <a:spcPts val="0"/>
                        </a:spcAft>
                      </a:pPr>
                      <a:r>
                        <a:rPr lang="en-GB" sz="1200" dirty="0" smtClean="0">
                          <a:solidFill>
                            <a:schemeClr val="accent1"/>
                          </a:solidFill>
                          <a:effectLst/>
                          <a:latin typeface="+mn-lt"/>
                          <a:ea typeface="Arial"/>
                        </a:rPr>
                        <a:t>stall malicious actors from infiltrating the network.</a:t>
                      </a:r>
                    </a:p>
                    <a:p>
                      <a:pPr>
                        <a:lnSpc>
                          <a:spcPct val="115000"/>
                        </a:lnSpc>
                        <a:spcAft>
                          <a:spcPts val="0"/>
                        </a:spcAft>
                      </a:pPr>
                      <a:endParaRPr lang="en-GB" sz="1200" dirty="0" smtClean="0">
                        <a:solidFill>
                          <a:schemeClr val="accent1"/>
                        </a:solidFill>
                        <a:effectLst/>
                        <a:latin typeface="+mn-lt"/>
                        <a:ea typeface="Arial"/>
                      </a:endParaRPr>
                    </a:p>
                    <a:p>
                      <a:pPr>
                        <a:lnSpc>
                          <a:spcPct val="115000"/>
                        </a:lnSpc>
                        <a:spcAft>
                          <a:spcPts val="0"/>
                        </a:spcAft>
                      </a:pPr>
                      <a:r>
                        <a:rPr lang="en-GB" sz="1200" dirty="0" smtClean="0">
                          <a:solidFill>
                            <a:schemeClr val="accent1"/>
                          </a:solidFill>
                          <a:effectLst/>
                          <a:latin typeface="+mn-lt"/>
                          <a:ea typeface="Arial"/>
                        </a:rPr>
                        <a:t>Firewall maintenance should happen regularly. Network administrators should ensure that firewall rules are in place that reflect the most up to date standards for allowed and denied traffic. Traffic from sources that are suspicious should be placed on a denied traffic list. Firewall rules should be updated whenever a security event occurs, especially an event that allows suspicious network traffic into the network. This measure can be used to protect against various </a:t>
                      </a:r>
                      <a:r>
                        <a:rPr lang="en-GB" sz="1200" dirty="0" err="1" smtClean="0">
                          <a:solidFill>
                            <a:schemeClr val="accent1"/>
                          </a:solidFill>
                          <a:effectLst/>
                          <a:latin typeface="+mn-lt"/>
                          <a:ea typeface="Arial"/>
                        </a:rPr>
                        <a:t>DoS</a:t>
                      </a:r>
                      <a:r>
                        <a:rPr lang="en-GB" sz="1200" dirty="0" smtClean="0">
                          <a:solidFill>
                            <a:schemeClr val="accent1"/>
                          </a:solidFill>
                          <a:effectLst/>
                          <a:latin typeface="+mn-lt"/>
                          <a:ea typeface="Arial"/>
                        </a:rPr>
                        <a:t> and DDoS attacks.</a:t>
                      </a:r>
                      <a:endParaRPr lang="en-GB" sz="1200" dirty="0" smtClean="0">
                        <a:solidFill>
                          <a:schemeClr val="accent1"/>
                        </a:solidFill>
                        <a:effectLst/>
                        <a:latin typeface="+mn-lt"/>
                        <a:ea typeface="Arial"/>
                      </a:endParaRPr>
                    </a:p>
                  </a:txBody>
                  <a:tcPr marL="63500" marR="63500" marT="63500" marB="63500"/>
                </a:tc>
              </a:tr>
            </a:tbl>
          </a:graphicData>
        </a:graphic>
      </p:graphicFrame>
    </p:spTree>
    <p:extLst>
      <p:ext uri="{BB962C8B-B14F-4D97-AF65-F5344CB8AC3E}">
        <p14:creationId xmlns:p14="http://schemas.microsoft.com/office/powerpoint/2010/main" val="4217214891"/>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2.xml.rels><?xml version="1.0" encoding="UTF-8" standalone="yes"?>
<Relationships xmlns="http://schemas.openxmlformats.org/package/2006/relationships"><Relationship Id="rId1" Type="http://schemas.openxmlformats.org/officeDocument/2006/relationships/image" Target="../media/image2.jpeg"/></Relationships>
</file>

<file path=ppt/theme/theme1.xml><?xml version="1.0" encoding="utf-8"?>
<a:theme xmlns:a="http://schemas.openxmlformats.org/drawingml/2006/main" name="Executive">
  <a:themeElements>
    <a:clrScheme name="Executive">
      <a:dk1>
        <a:sysClr val="windowText" lastClr="000000"/>
      </a:dk1>
      <a:lt1>
        <a:sysClr val="window" lastClr="FFFFFF"/>
      </a:lt1>
      <a:dk2>
        <a:srgbClr val="2F5897"/>
      </a:dk2>
      <a:lt2>
        <a:srgbClr val="E4E9EF"/>
      </a:lt2>
      <a:accent1>
        <a:srgbClr val="6076B4"/>
      </a:accent1>
      <a:accent2>
        <a:srgbClr val="9C5252"/>
      </a:accent2>
      <a:accent3>
        <a:srgbClr val="E68422"/>
      </a:accent3>
      <a:accent4>
        <a:srgbClr val="846648"/>
      </a:accent4>
      <a:accent5>
        <a:srgbClr val="63891F"/>
      </a:accent5>
      <a:accent6>
        <a:srgbClr val="758085"/>
      </a:accent6>
      <a:hlink>
        <a:srgbClr val="3399FF"/>
      </a:hlink>
      <a:folHlink>
        <a:srgbClr val="B2B2B2"/>
      </a:folHlink>
    </a:clrScheme>
    <a:fontScheme name="Executive">
      <a:majorFont>
        <a:latin typeface="Century Gothic"/>
        <a:ea typeface=""/>
        <a:cs typeface=""/>
        <a:font script="Jpan" typeface="HGｺﾞｼｯｸM"/>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alatino Linotype"/>
        <a:ea typeface=""/>
        <a:cs typeface=""/>
        <a:font script="Jpan" typeface="HGS明朝E"/>
        <a:font script="Hang" typeface="맑은 고딕"/>
        <a:font script="Hans" typeface="宋体"/>
        <a:font script="Hant" typeface="新細明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Executiv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8575" cap="flat" cmpd="sng" algn="ctr">
          <a:solidFill>
            <a:schemeClr val="phClr"/>
          </a:solidFill>
          <a:prstDash val="solid"/>
        </a:ln>
        <a:ln w="508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50000">
              <a:schemeClr val="phClr">
                <a:tint val="80000"/>
                <a:satMod val="250000"/>
              </a:schemeClr>
            </a:gs>
            <a:gs pos="76000">
              <a:schemeClr val="phClr">
                <a:tint val="90000"/>
                <a:shade val="90000"/>
                <a:satMod val="200000"/>
              </a:schemeClr>
            </a:gs>
            <a:gs pos="92000">
              <a:schemeClr val="phClr">
                <a:tint val="90000"/>
                <a:shade val="70000"/>
                <a:satMod val="250000"/>
              </a:schemeClr>
            </a:gs>
          </a:gsLst>
          <a:path path="circle">
            <a:fillToRect l="50000" t="50000" r="50000" b="50000"/>
          </a:path>
        </a:gradFill>
        <a:blipFill>
          <a:blip xmlns:r="http://schemas.openxmlformats.org/officeDocument/2006/relationships" r:embed="rId1">
            <a:duotone>
              <a:schemeClr val="phClr">
                <a:tint val="95000"/>
              </a:schemeClr>
              <a:schemeClr val="phClr">
                <a:shade val="9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alpha val="48000"/>
                <a:satMod val="105000"/>
              </a:schemeClr>
            </a:outerShdw>
          </a:effectLst>
        </a:effectStyle>
        <a:effectStyle>
          <a:effectLst>
            <a:outerShdw blurRad="57150" dist="38100" dir="5400000" algn="ctr" rotWithShape="0">
              <a:schemeClr val="phClr">
                <a:shade val="9000"/>
                <a:alpha val="48000"/>
                <a:satMod val="105000"/>
              </a:schemeClr>
            </a:outerShdw>
          </a:effectLst>
        </a:effectStyle>
        <a:effectStyle>
          <a:effectLst>
            <a:outerShdw blurRad="57150" dist="38100" dir="5400000" algn="ctr" rotWithShape="0">
              <a:schemeClr val="phClr">
                <a:shade val="9000"/>
                <a:alpha val="48000"/>
                <a:satMod val="105000"/>
              </a:schemeClr>
            </a:outerShdw>
          </a:effectLst>
          <a:scene3d>
            <a:camera prst="orthographicFront">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1433</TotalTime>
  <Words>521</Words>
  <Application>Microsoft Office PowerPoint</Application>
  <PresentationFormat>On-screen Show (4:3)</PresentationFormat>
  <Paragraphs>30</Paragraphs>
  <Slides>3</Slides>
  <Notes>0</Notes>
  <HiddenSlides>0</HiddenSlides>
  <MMClips>0</MMClips>
  <ScaleCrop>false</ScaleCrop>
  <HeadingPairs>
    <vt:vector size="4" baseType="variant">
      <vt:variant>
        <vt:lpstr>Theme</vt:lpstr>
      </vt:variant>
      <vt:variant>
        <vt:i4>2</vt:i4>
      </vt:variant>
      <vt:variant>
        <vt:lpstr>Slide Titles</vt:lpstr>
      </vt:variant>
      <vt:variant>
        <vt:i4>3</vt:i4>
      </vt:variant>
    </vt:vector>
  </HeadingPairs>
  <TitlesOfParts>
    <vt:vector size="5" baseType="lpstr">
      <vt:lpstr>Executive</vt:lpstr>
      <vt:lpstr>Flow</vt:lpstr>
      <vt:lpstr>Scenario</vt:lpstr>
      <vt:lpstr>Security risk assessment report</vt:lpstr>
      <vt:lpstr>Security risk assessment report</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Scenario</dc:title>
  <dc:creator>ZhiQian Chua</dc:creator>
  <cp:lastModifiedBy>ZhiQian Chua</cp:lastModifiedBy>
  <cp:revision>29</cp:revision>
  <dcterms:created xsi:type="dcterms:W3CDTF">2026-04-11T03:58:54Z</dcterms:created>
  <dcterms:modified xsi:type="dcterms:W3CDTF">2026-04-14T07:28:15Z</dcterms:modified>
</cp:coreProperties>
</file>